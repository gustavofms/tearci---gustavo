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3" r:id="rId3"/>
    <p:sldId id="262" r:id="rId4"/>
    <p:sldId id="270" r:id="rId5"/>
    <p:sldId id="271" r:id="rId6"/>
    <p:sldId id="274" r:id="rId7"/>
    <p:sldId id="269" r:id="rId8"/>
    <p:sldId id="268" r:id="rId9"/>
    <p:sldId id="272" r:id="rId10"/>
    <p:sldId id="275" r:id="rId11"/>
    <p:sldId id="276" r:id="rId12"/>
    <p:sldId id="277" r:id="rId13"/>
  </p:sldIdLst>
  <p:sldSz cx="12192000" cy="6858000"/>
  <p:notesSz cx="6792913" cy="992505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ED7D31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BE318-08D8-4420-B350-14EEB2537EF6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8C02E-7832-49F0-A482-D37BD65FB6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901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8C02E-7832-49F0-A482-D37BD65FB65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22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97245-8959-BFD4-E92F-C6A5ED903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E2AD3D-92D6-DA88-44D1-8AA7BCEB2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9663A7-FA09-0F5A-4FA4-E7B702BF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46E2CF2-EAC2-738D-C9E2-6BD093A3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95473C4-974E-B565-0275-971DC4D4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1042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897BD-717E-5B72-872C-BEAE2136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E0068CB-45AF-E183-67F5-84EEC442C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D006631-645B-E27F-43B4-780E4CCA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197A3DB-2A13-3FBD-065A-7B9B3EB0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ECF8C09-D15F-962B-25ED-4A7A7EF6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2059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CD9C1-2076-EB03-D8AD-6A0B0EF2F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B41564-0404-E4A8-248F-DFD12C96A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1DE155C-B057-EFBE-B35D-027CDBCD1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9D0FF9C-855B-22F3-9FB3-DAB82768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E5E2F03-772C-76CA-2C8A-94A6C185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7604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ED6BF-8E24-1740-D650-07B69E07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C1D8F1D-B6E2-D56D-C5C1-5127DD929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1EE4427-F0C0-2519-E1F1-38C5DDC72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B6D7DF3-BBBC-96AF-6E29-935CD66B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25A5806-0184-14E9-1F2E-213C9DC7C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1579EDE-ABBD-0A58-1331-17E9499B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215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92440-F9A2-FBAB-3223-91FACBBB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DAE9BFD-FDAE-C2BB-35C5-97FAE269E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597E2B9-F7B5-C470-8BA8-CB80ED683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50B56C9-2EF7-AFCE-D4E9-405DA799F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33EFE27-7892-C1F1-065E-FFDB21225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CE00DA91-AB8E-E67F-E795-5BBDF2D7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C1AEA454-4328-E699-1EB9-5BFEA4E33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9A2B398-B084-C264-4577-FFB28FF4B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184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79590-A859-22A9-1062-50BF5FED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5A8B3F6-1EDC-9885-83E3-1331BC91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3982EC63-1656-691E-F6C5-B4FD3322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C6C12EC-F9F1-3159-4587-9B419D36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2188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E30ECDB-8B65-0C99-0A65-7C9A0727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237B5BE-498E-CB5C-5FC5-3784721D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E2C1D08-A841-8D36-14C0-50174C9E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275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E6CD3-350C-7C20-5239-0245A7AC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76B8C7D-8FF8-EA9F-543C-B9C50F949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E66F401-521E-3B08-801E-FE842A128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0A62070-F81C-CAC2-4D53-4D5F2408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2176D26-201D-3ED8-C232-D6AD5DF4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A01D292-6497-396F-C159-599F3DD6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373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9556B-3E8A-58DC-ABA0-C5FD7D5D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D5C3F56-8B7D-B1F9-03B7-89DA31A11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C4A12CB-A57F-E018-5645-FECD29397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5B1990B-CBA6-3643-73C9-21992565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5505808-F389-FB6B-8665-D25A01D2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8789AEA-36E4-720E-CB44-8C9C89DF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316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314A2-EE38-0F9C-0B9E-467AF2FA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49AAA9B-B57E-75BF-544F-308083C4F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0B6B065-8276-C08A-FEBE-3B25283A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9F30E0D-E63E-5778-F870-CD757A654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AA99001-5ECB-2A6A-41C7-81A0FEF4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582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3B3813-1727-FC4E-3C77-D7EDF5BE4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E1EAF44-88BD-905A-B86D-32E67BB76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2A15723-372B-5DFF-5284-2FBFF12A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879B5B1-10CC-C46B-FE4A-4007155A1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E00BE72-E318-2444-9058-2386CB77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299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60586F7-9530-8430-2885-A4EFA73C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E22DE67-B396-71A8-12E5-999E9209C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8FD96CE-896E-5ED0-5E43-5889EDCBC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B9628-3840-4BEB-B0EC-6C0B033F981D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BE8926-A314-EE8E-FD9E-4BE056080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76799CE-C604-0653-29E0-731DD5E0C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D996-939A-4850-977D-80F273F9BE2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315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microsoft.com/office/2017/06/relationships/model3d" Target="../media/model3d3.glb"/><Relationship Id="rId1" Type="http://schemas.openxmlformats.org/officeDocument/2006/relationships/slideLayout" Target="../slideLayouts/slideLayout2.xml"/><Relationship Id="rId6" Type="http://schemas.microsoft.com/office/2017/06/relationships/model3d" Target="../media/model3d5.glb"/><Relationship Id="rId5" Type="http://schemas.openxmlformats.org/officeDocument/2006/relationships/image" Target="../media/image10.png"/><Relationship Id="rId4" Type="http://schemas.microsoft.com/office/2017/06/relationships/model3d" Target="../media/model3d4.glb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17/06/relationships/model3d" Target="../media/model3d6.glb"/><Relationship Id="rId7" Type="http://schemas.microsoft.com/office/2017/06/relationships/model3d" Target="../media/model3d8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17/06/relationships/model3d" Target="../media/model3d7.glb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201CAF7-BCD7-EC63-6E90-87B797E0E20C}"/>
              </a:ext>
            </a:extLst>
          </p:cNvPr>
          <p:cNvSpPr txBox="1"/>
          <p:nvPr/>
        </p:nvSpPr>
        <p:spPr>
          <a:xfrm>
            <a:off x="186431" y="204186"/>
            <a:ext cx="271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Definição de mão de robô?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D4EFCA-F7CA-86FD-4F9D-AEBB3F376D8B}"/>
              </a:ext>
            </a:extLst>
          </p:cNvPr>
          <p:cNvSpPr txBox="1"/>
          <p:nvPr/>
        </p:nvSpPr>
        <p:spPr>
          <a:xfrm>
            <a:off x="186431" y="1634973"/>
            <a:ext cx="497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Definição de alimentação e colocação de suportes?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6BAF0E-7E07-EF69-0BAF-93CFDBC42A84}"/>
              </a:ext>
            </a:extLst>
          </p:cNvPr>
          <p:cNvSpPr txBox="1"/>
          <p:nvPr/>
        </p:nvSpPr>
        <p:spPr>
          <a:xfrm>
            <a:off x="568170" y="1976569"/>
            <a:ext cx="862917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Disposição dos suportes na estrutura? </a:t>
            </a:r>
            <a:r>
              <a:rPr lang="pt-PT" sz="1200" dirty="0">
                <a:solidFill>
                  <a:srgbClr val="FF0000"/>
                </a:solidFill>
              </a:rPr>
              <a:t>Nos slides 3 e 5.</a:t>
            </a:r>
            <a:endParaRPr lang="pt-P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Quantidade de pilhas de suportes? </a:t>
            </a:r>
            <a:r>
              <a:rPr lang="pt-PT" sz="1200" dirty="0">
                <a:solidFill>
                  <a:schemeClr val="accent1"/>
                </a:solidFill>
              </a:rPr>
              <a:t>4 (2R+2L), falta de alcance para trabalhar com mais.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Quantidade de suportes por pilha? </a:t>
            </a:r>
            <a:r>
              <a:rPr lang="pt-PT" sz="1200" dirty="0">
                <a:solidFill>
                  <a:srgbClr val="FF0000"/>
                </a:solidFill>
              </a:rPr>
              <a:t>40 suportes ficam estáveis sem poka-yoke/Possibilidade de se colocar 36 suportes (embalagem pré-pintura leva 72 suportes).</a:t>
            </a:r>
          </a:p>
          <a:p>
            <a:r>
              <a:rPr lang="pt-PT" sz="1200" dirty="0"/>
              <a:t>        → </a:t>
            </a:r>
            <a:r>
              <a:rPr lang="pt-PT" sz="1200" dirty="0">
                <a:solidFill>
                  <a:srgbClr val="FF0000"/>
                </a:solidFill>
              </a:rPr>
              <a:t>Pode ser 36 suportes por pilha:</a:t>
            </a:r>
            <a:br>
              <a:rPr lang="pt-PT" sz="1200" dirty="0">
                <a:solidFill>
                  <a:srgbClr val="FF0000"/>
                </a:solidFill>
              </a:rPr>
            </a:br>
            <a:r>
              <a:rPr lang="pt-PT" sz="1200" dirty="0">
                <a:solidFill>
                  <a:srgbClr val="FF0000"/>
                </a:solidFill>
              </a:rPr>
              <a:t>               • Prós:</a:t>
            </a:r>
            <a:br>
              <a:rPr lang="pt-PT" sz="1200" dirty="0">
                <a:solidFill>
                  <a:srgbClr val="FF0000"/>
                </a:solidFill>
              </a:rPr>
            </a:br>
            <a:r>
              <a:rPr lang="pt-PT" sz="1200" dirty="0">
                <a:solidFill>
                  <a:srgbClr val="FF0000"/>
                </a:solidFill>
              </a:rPr>
              <a:t>                   - Facilitar o trabalho do operador, permitindo que ele esvazie e encha a mesma palete.</a:t>
            </a:r>
            <a:br>
              <a:rPr lang="pt-PT" sz="1200" dirty="0">
                <a:solidFill>
                  <a:srgbClr val="FF0000"/>
                </a:solidFill>
              </a:rPr>
            </a:br>
            <a:r>
              <a:rPr lang="pt-PT" sz="1200" dirty="0">
                <a:solidFill>
                  <a:srgbClr val="FF0000"/>
                </a:solidFill>
              </a:rPr>
              <a:t>                   - Oferece maior estabilidade na pilha</a:t>
            </a:r>
            <a:br>
              <a:rPr lang="pt-PT" sz="1200" dirty="0">
                <a:solidFill>
                  <a:srgbClr val="FF0000"/>
                </a:solidFill>
              </a:rPr>
            </a:br>
            <a:r>
              <a:rPr lang="pt-PT" sz="1200" dirty="0">
                <a:solidFill>
                  <a:srgbClr val="FF0000"/>
                </a:solidFill>
              </a:rPr>
              <a:t>                • Contra:</a:t>
            </a:r>
            <a:br>
              <a:rPr lang="pt-PT" sz="1200" dirty="0">
                <a:solidFill>
                  <a:srgbClr val="FF0000"/>
                </a:solidFill>
              </a:rPr>
            </a:br>
            <a:r>
              <a:rPr lang="pt-PT" sz="1200" dirty="0">
                <a:solidFill>
                  <a:srgbClr val="FF0000"/>
                </a:solidFill>
              </a:rPr>
              <a:t>                    - Menos empilhamento de suportes cheios, 36 pilhas de 4 = 144 cheios. Se for 40 suportes de 4 pilhas: 160 suportes cheios.</a:t>
            </a:r>
            <a:br>
              <a:rPr lang="pt-PT" sz="1200" dirty="0">
                <a:solidFill>
                  <a:srgbClr val="FF0000"/>
                </a:solidFill>
              </a:rPr>
            </a:br>
            <a:r>
              <a:rPr lang="pt-PT" sz="1200" dirty="0">
                <a:solidFill>
                  <a:srgbClr val="FF0000"/>
                </a:solidFill>
              </a:rPr>
              <a:t>                    - Dificulta o trabalho do operador, pois uma palete cheia precisa de 144 suportes, logo ele precisará levar duas paletes.</a:t>
            </a:r>
            <a:endParaRPr lang="pt-PT" sz="1200" dirty="0"/>
          </a:p>
          <a:p>
            <a:endParaRPr lang="pt-P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De que forma é que os suportes vão ser colocados na estrutura e referenciados? </a:t>
            </a:r>
            <a:r>
              <a:rPr lang="pt-PT" sz="1200" dirty="0">
                <a:solidFill>
                  <a:srgbClr val="FF0000"/>
                </a:solidFill>
              </a:rPr>
              <a:t>Slides 3 e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É possível trabalhar diretamente para a zona de carga/descarga ou é necessário zona de trabalho? </a:t>
            </a:r>
            <a:r>
              <a:rPr lang="pt-PT" sz="1200" dirty="0">
                <a:solidFill>
                  <a:srgbClr val="FF0000"/>
                </a:solidFill>
              </a:rPr>
              <a:t>No slide 3 a zona de trabalho é opcional (possível trabalhar diretamente em ambas). No slide 5 tem de se usar obrigatoriamente a zona de trabalho.</a:t>
            </a:r>
            <a:endParaRPr lang="pt-P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Colocação de poka-yoke para prevenir mistura de suportes R e L?</a:t>
            </a:r>
            <a:r>
              <a:rPr lang="pt-PT" sz="1200" dirty="0">
                <a:solidFill>
                  <a:srgbClr val="FF0000"/>
                </a:solidFill>
              </a:rPr>
              <a:t> Colocação de cantoneiras (remover os pinos)</a:t>
            </a:r>
            <a:endParaRPr lang="pt-P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3BEFA1-9F0E-B0F1-D69E-40159F58C67F}"/>
              </a:ext>
            </a:extLst>
          </p:cNvPr>
          <p:cNvSpPr txBox="1"/>
          <p:nvPr/>
        </p:nvSpPr>
        <p:spPr>
          <a:xfrm>
            <a:off x="568171" y="499615"/>
            <a:ext cx="107869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Quantas peças pega de cada vez?</a:t>
            </a:r>
            <a:r>
              <a:rPr lang="pt-PT" sz="1200" dirty="0">
                <a:solidFill>
                  <a:srgbClr val="FF0000"/>
                </a:solidFill>
              </a:rPr>
              <a:t> Uma peça de cada vez / possível sugestão com </a:t>
            </a:r>
            <a:r>
              <a:rPr lang="pt-PT" sz="1200" dirty="0" err="1">
                <a:solidFill>
                  <a:srgbClr val="FF0000"/>
                </a:solidFill>
              </a:rPr>
              <a:t>gripper</a:t>
            </a:r>
            <a:r>
              <a:rPr lang="pt-PT" sz="1200" dirty="0">
                <a:solidFill>
                  <a:srgbClr val="FF0000"/>
                </a:solidFill>
              </a:rPr>
              <a:t> de duas ventosas de forma a atuarem em tempos diferentes (com desnível) </a:t>
            </a:r>
            <a:endParaRPr lang="pt-P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Ventosa tem capacidade para mover as peças? </a:t>
            </a:r>
            <a:r>
              <a:rPr lang="pt-PT" sz="1200" dirty="0">
                <a:solidFill>
                  <a:schemeClr val="accent1"/>
                </a:solidFill>
              </a:rPr>
              <a:t>Sim.</a:t>
            </a:r>
            <a:endParaRPr lang="pt-P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Ventosa marcam a peça e causam problemas em processos seguintes? </a:t>
            </a:r>
            <a:r>
              <a:rPr lang="pt-PT" sz="1200" dirty="0">
                <a:solidFill>
                  <a:schemeClr val="accent1"/>
                </a:solidFill>
              </a:rPr>
              <a:t>Não, atualmente em produção.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Ventosas para mover peças conseguem mover suportes cheios? </a:t>
            </a:r>
            <a:r>
              <a:rPr lang="pt-PT" sz="1200" dirty="0">
                <a:solidFill>
                  <a:schemeClr val="accent1"/>
                </a:solidFill>
              </a:rPr>
              <a:t>Sim.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Necessidade de mão de robô com dois lados distintos? </a:t>
            </a:r>
            <a:r>
              <a:rPr lang="pt-PT" sz="1200" dirty="0">
                <a:solidFill>
                  <a:srgbClr val="FF0000"/>
                </a:solidFill>
              </a:rPr>
              <a:t>Na referência </a:t>
            </a:r>
            <a:r>
              <a:rPr lang="pt-PT" sz="1200" dirty="0" err="1">
                <a:solidFill>
                  <a:srgbClr val="FF0000"/>
                </a:solidFill>
              </a:rPr>
              <a:t>Lens</a:t>
            </a:r>
            <a:r>
              <a:rPr lang="pt-PT" sz="1200" dirty="0">
                <a:solidFill>
                  <a:srgbClr val="FF0000"/>
                </a:solidFill>
              </a:rPr>
              <a:t> não é necessário dois lados.</a:t>
            </a:r>
            <a:endParaRPr lang="pt-P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495881D-DC36-EA07-5314-47BCC2B56D58}"/>
              </a:ext>
            </a:extLst>
          </p:cNvPr>
          <p:cNvSpPr txBox="1"/>
          <p:nvPr/>
        </p:nvSpPr>
        <p:spPr>
          <a:xfrm>
            <a:off x="186430" y="5057429"/>
            <a:ext cx="375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Definição do processo de paletização?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FFB40B-4646-F301-2451-FB8A121FCB10}"/>
              </a:ext>
            </a:extLst>
          </p:cNvPr>
          <p:cNvSpPr txBox="1"/>
          <p:nvPr/>
        </p:nvSpPr>
        <p:spPr>
          <a:xfrm>
            <a:off x="568170" y="5334054"/>
            <a:ext cx="1015592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Qual é o tempo de ciclo disponível para mover as peças? </a:t>
            </a:r>
            <a:r>
              <a:rPr lang="pt-PT" sz="1200" dirty="0">
                <a:solidFill>
                  <a:schemeClr val="accent1"/>
                </a:solidFill>
              </a:rPr>
              <a:t>16,5 segundos para 1R + 1L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Quantidade de peças por shot de injeção? </a:t>
            </a:r>
            <a:r>
              <a:rPr lang="pt-PT" sz="1200" dirty="0">
                <a:solidFill>
                  <a:schemeClr val="accent1"/>
                </a:solidFill>
              </a:rPr>
              <a:t>2 (1R+1L)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Quantidade de peças movidas por deslocação do robô? </a:t>
            </a:r>
            <a:r>
              <a:rPr lang="pt-PT" sz="1200" dirty="0">
                <a:solidFill>
                  <a:srgbClr val="FF0000"/>
                </a:solidFill>
              </a:rPr>
              <a:t>De momento, uma peça/possibilidade de ser mover duas</a:t>
            </a:r>
            <a:endParaRPr lang="pt-P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Onde será absorvida a movimentação de suportes?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De que forma vai ser processada a troca de zona de trabalho do robô? </a:t>
            </a:r>
            <a:r>
              <a:rPr lang="pt-PT" sz="1200" dirty="0">
                <a:solidFill>
                  <a:srgbClr val="FF0000"/>
                </a:solidFill>
              </a:rPr>
              <a:t>Sensores para detetar presença ou não de suportes e alterar a zona de trabalho.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De que forma é assegurada a disponibilidade para alimentar e retirar suportes pelo operador?</a:t>
            </a:r>
            <a:r>
              <a:rPr lang="pt-PT" sz="1200" dirty="0">
                <a:solidFill>
                  <a:srgbClr val="FF0000"/>
                </a:solidFill>
              </a:rPr>
              <a:t> Sinalização luminosa.</a:t>
            </a:r>
            <a:endParaRPr lang="pt-PT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301948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C6423177-A681-6918-56B9-75E6480D9196}"/>
              </a:ext>
            </a:extLst>
          </p:cNvPr>
          <p:cNvSpPr txBox="1"/>
          <p:nvPr/>
        </p:nvSpPr>
        <p:spPr>
          <a:xfrm>
            <a:off x="332735" y="214455"/>
            <a:ext cx="3630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Definição da segurança de máquina?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1E681BFC-B035-5F22-3DED-C1B871386617}"/>
              </a:ext>
            </a:extLst>
          </p:cNvPr>
          <p:cNvSpPr txBox="1"/>
          <p:nvPr/>
        </p:nvSpPr>
        <p:spPr>
          <a:xfrm>
            <a:off x="399031" y="2173070"/>
            <a:ext cx="28519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Limites de alcance do robô?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FF0000"/>
                </a:solidFill>
              </a:rPr>
              <a:t>1304 mm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170694-6DFC-466D-B2D2-7D1614B1FF12}"/>
              </a:ext>
            </a:extLst>
          </p:cNvPr>
          <p:cNvSpPr txBox="1"/>
          <p:nvPr/>
        </p:nvSpPr>
        <p:spPr>
          <a:xfrm>
            <a:off x="399031" y="297337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Limites de alcance devido à estrutura?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2E4EF5A-8A81-6384-25F3-7BDE07DE1C01}"/>
              </a:ext>
            </a:extLst>
          </p:cNvPr>
          <p:cNvSpPr/>
          <p:nvPr/>
        </p:nvSpPr>
        <p:spPr>
          <a:xfrm>
            <a:off x="1366884" y="3958354"/>
            <a:ext cx="4028771" cy="15460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60D5032-978D-BC2D-6625-AD52DAED2FB0}"/>
              </a:ext>
            </a:extLst>
          </p:cNvPr>
          <p:cNvGrpSpPr/>
          <p:nvPr/>
        </p:nvGrpSpPr>
        <p:grpSpPr>
          <a:xfrm rot="5400000">
            <a:off x="3206348" y="3806092"/>
            <a:ext cx="339439" cy="4036984"/>
            <a:chOff x="6755694" y="836306"/>
            <a:chExt cx="330416" cy="9874958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8396A6CD-3680-56B0-EC69-17FAB15AF94A}"/>
                </a:ext>
              </a:extLst>
            </p:cNvPr>
            <p:cNvSpPr txBox="1"/>
            <p:nvPr/>
          </p:nvSpPr>
          <p:spPr>
            <a:xfrm rot="16200000">
              <a:off x="5698350" y="5230958"/>
              <a:ext cx="2445966" cy="329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825 mm</a:t>
              </a:r>
            </a:p>
          </p:txBody>
        </p:sp>
        <p:cxnSp>
          <p:nvCxnSpPr>
            <p:cNvPr id="14" name="Conexão reta unidirecional 29">
              <a:extLst>
                <a:ext uri="{FF2B5EF4-FFF2-40B4-BE49-F238E27FC236}">
                  <a16:creationId xmlns:a16="http://schemas.microsoft.com/office/drawing/2014/main" id="{F5FFFACE-F2FF-2921-E03F-2F17E77E3DB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818646" y="5773354"/>
              <a:ext cx="9874958" cy="8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2443E1A-EE6C-AEBF-E7FC-018B6B6D62E7}"/>
              </a:ext>
            </a:extLst>
          </p:cNvPr>
          <p:cNvGrpSpPr/>
          <p:nvPr/>
        </p:nvGrpSpPr>
        <p:grpSpPr>
          <a:xfrm>
            <a:off x="399031" y="3958354"/>
            <a:ext cx="920609" cy="1546006"/>
            <a:chOff x="6076304" y="836306"/>
            <a:chExt cx="715400" cy="9874958"/>
          </a:xfrm>
        </p:grpSpPr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DEA9C5D7-DE0C-84FC-00A5-4DD33EF74C75}"/>
                </a:ext>
              </a:extLst>
            </p:cNvPr>
            <p:cNvSpPr txBox="1"/>
            <p:nvPr/>
          </p:nvSpPr>
          <p:spPr>
            <a:xfrm>
              <a:off x="6076304" y="4688457"/>
              <a:ext cx="715400" cy="216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292 mm</a:t>
              </a:r>
            </a:p>
          </p:txBody>
        </p:sp>
        <p:cxnSp>
          <p:nvCxnSpPr>
            <p:cNvPr id="17" name="Conexão reta unidirecional 29">
              <a:extLst>
                <a:ext uri="{FF2B5EF4-FFF2-40B4-BE49-F238E27FC236}">
                  <a16:creationId xmlns:a16="http://schemas.microsoft.com/office/drawing/2014/main" id="{6FB16661-15D2-2187-5577-8C085F0A8DF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818646" y="5773354"/>
              <a:ext cx="9874958" cy="8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tângulo 17">
            <a:extLst>
              <a:ext uri="{FF2B5EF4-FFF2-40B4-BE49-F238E27FC236}">
                <a16:creationId xmlns:a16="http://schemas.microsoft.com/office/drawing/2014/main" id="{93403EFE-6858-CCC8-AF32-A1E881A60B9B}"/>
              </a:ext>
            </a:extLst>
          </p:cNvPr>
          <p:cNvSpPr/>
          <p:nvPr/>
        </p:nvSpPr>
        <p:spPr>
          <a:xfrm>
            <a:off x="7536434" y="3958354"/>
            <a:ext cx="4028771" cy="15460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57303814-709F-1FDF-32EF-56EE3601F971}"/>
              </a:ext>
            </a:extLst>
          </p:cNvPr>
          <p:cNvGrpSpPr/>
          <p:nvPr/>
        </p:nvGrpSpPr>
        <p:grpSpPr>
          <a:xfrm rot="5400000">
            <a:off x="9375898" y="3806092"/>
            <a:ext cx="339439" cy="4036984"/>
            <a:chOff x="6755694" y="836306"/>
            <a:chExt cx="330416" cy="9874958"/>
          </a:xfrm>
        </p:grpSpPr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69B8376B-7DBC-44F6-D958-3DA24E60243F}"/>
                </a:ext>
              </a:extLst>
            </p:cNvPr>
            <p:cNvSpPr txBox="1"/>
            <p:nvPr/>
          </p:nvSpPr>
          <p:spPr>
            <a:xfrm rot="16200000">
              <a:off x="5698350" y="5230958"/>
              <a:ext cx="2445966" cy="329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825 mm</a:t>
              </a:r>
            </a:p>
          </p:txBody>
        </p:sp>
        <p:cxnSp>
          <p:nvCxnSpPr>
            <p:cNvPr id="21" name="Conexão reta unidirecional 29">
              <a:extLst>
                <a:ext uri="{FF2B5EF4-FFF2-40B4-BE49-F238E27FC236}">
                  <a16:creationId xmlns:a16="http://schemas.microsoft.com/office/drawing/2014/main" id="{80AD2EAB-035A-B993-8C94-2C19AF89EDA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818646" y="5773354"/>
              <a:ext cx="9874958" cy="8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6B2D4797-60E6-F864-3958-ABAEA41536F0}"/>
              </a:ext>
            </a:extLst>
          </p:cNvPr>
          <p:cNvGrpSpPr/>
          <p:nvPr/>
        </p:nvGrpSpPr>
        <p:grpSpPr>
          <a:xfrm>
            <a:off x="6331152" y="3958354"/>
            <a:ext cx="1195973" cy="1546006"/>
            <a:chOff x="5891800" y="836306"/>
            <a:chExt cx="929384" cy="9874958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72A91BC-9894-292A-2179-897E0C381016}"/>
                </a:ext>
              </a:extLst>
            </p:cNvPr>
            <p:cNvSpPr txBox="1"/>
            <p:nvPr/>
          </p:nvSpPr>
          <p:spPr>
            <a:xfrm>
              <a:off x="5891800" y="4872012"/>
              <a:ext cx="929384" cy="216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367,5 mm</a:t>
              </a:r>
            </a:p>
          </p:txBody>
        </p:sp>
        <p:cxnSp>
          <p:nvCxnSpPr>
            <p:cNvPr id="24" name="Conexão reta unidirecional 29">
              <a:extLst>
                <a:ext uri="{FF2B5EF4-FFF2-40B4-BE49-F238E27FC236}">
                  <a16:creationId xmlns:a16="http://schemas.microsoft.com/office/drawing/2014/main" id="{DBCBFC21-FB5D-2C23-A164-E2A8A4908F0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818646" y="5773354"/>
              <a:ext cx="9874958" cy="8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453A589-0245-F330-CA38-A7CB07D3A546}"/>
              </a:ext>
            </a:extLst>
          </p:cNvPr>
          <p:cNvSpPr txBox="1"/>
          <p:nvPr/>
        </p:nvSpPr>
        <p:spPr>
          <a:xfrm>
            <a:off x="8551370" y="3544635"/>
            <a:ext cx="2533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rgbClr val="FF0000"/>
                </a:solidFill>
              </a:rPr>
              <a:t>Suportes na vertical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BDA60B7-4BFF-E416-2A81-4EEE6A5A10C5}"/>
              </a:ext>
            </a:extLst>
          </p:cNvPr>
          <p:cNvSpPr txBox="1"/>
          <p:nvPr/>
        </p:nvSpPr>
        <p:spPr>
          <a:xfrm>
            <a:off x="2373657" y="3558064"/>
            <a:ext cx="2313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solidFill>
                  <a:srgbClr val="FF0000"/>
                </a:solidFill>
              </a:rPr>
              <a:t>Suportes na horizontal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9073B00-3D99-91F8-D972-9C4B10CBF360}"/>
              </a:ext>
            </a:extLst>
          </p:cNvPr>
          <p:cNvSpPr txBox="1"/>
          <p:nvPr/>
        </p:nvSpPr>
        <p:spPr>
          <a:xfrm>
            <a:off x="332735" y="603410"/>
            <a:ext cx="99142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Como é garantida a segurança do operador?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FF0000"/>
                </a:solidFill>
              </a:rPr>
              <a:t>Colocar sensores nas portas para parar o robô, sensores para detectar se tem contacto do robô com a peça e sistema de colisão do proprio robô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Ao interromper a segurança, qual é o impacto?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FF0000"/>
                </a:solidFill>
              </a:rPr>
              <a:t>Parar a maquina de injeção e o robô colaborativo. E é necessário um sistema de rearme para colocar o robô a funcionar novamente.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Que alterações são necessárias à máquina de injeção?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dirty="0"/>
              <a:t>Que hardware é necessário para a parte de segurança?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FF0000"/>
                </a:solidFill>
              </a:rPr>
              <a:t>Sensores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120080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FCB6-44B8-B228-8B7A-905F5F6F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E51AF22-8671-8710-4FC2-2919F6340C30}"/>
              </a:ext>
            </a:extLst>
          </p:cNvPr>
          <p:cNvSpPr/>
          <p:nvPr/>
        </p:nvSpPr>
        <p:spPr>
          <a:xfrm>
            <a:off x="3761475" y="76199"/>
            <a:ext cx="1910823" cy="2317083"/>
          </a:xfrm>
          <a:prstGeom prst="rect">
            <a:avLst/>
          </a:prstGeom>
          <a:solidFill>
            <a:srgbClr val="1BE3ED"/>
          </a:solidFill>
          <a:ln>
            <a:solidFill>
              <a:srgbClr val="1BE3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CE60A0D-E2C7-1BBC-57ED-A6ABDE77E05C}"/>
              </a:ext>
            </a:extLst>
          </p:cNvPr>
          <p:cNvSpPr/>
          <p:nvPr/>
        </p:nvSpPr>
        <p:spPr>
          <a:xfrm>
            <a:off x="5516985" y="1124824"/>
            <a:ext cx="159391" cy="4043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D8B909-A52C-7585-A071-AF880C7A4035}"/>
              </a:ext>
            </a:extLst>
          </p:cNvPr>
          <p:cNvSpPr/>
          <p:nvPr/>
        </p:nvSpPr>
        <p:spPr>
          <a:xfrm>
            <a:off x="4208943" y="1124824"/>
            <a:ext cx="1301692" cy="404349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320784-1514-94ED-4DB9-49361CB5FB21}"/>
              </a:ext>
            </a:extLst>
          </p:cNvPr>
          <p:cNvSpPr/>
          <p:nvPr/>
        </p:nvSpPr>
        <p:spPr>
          <a:xfrm>
            <a:off x="4039124" y="1124824"/>
            <a:ext cx="159391" cy="4043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9C2572-DBEA-C36E-6238-E9A69A0D0C37}"/>
              </a:ext>
            </a:extLst>
          </p:cNvPr>
          <p:cNvSpPr/>
          <p:nvPr/>
        </p:nvSpPr>
        <p:spPr>
          <a:xfrm>
            <a:off x="5673848" y="76200"/>
            <a:ext cx="1038836" cy="3147391"/>
          </a:xfrm>
          <a:prstGeom prst="rect">
            <a:avLst/>
          </a:prstGeom>
          <a:solidFill>
            <a:srgbClr val="1BE3ED"/>
          </a:solidFill>
          <a:ln>
            <a:solidFill>
              <a:srgbClr val="1BE3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85FDBF7F-22D4-B2DC-C3B8-32EBEF1998E3}"/>
              </a:ext>
            </a:extLst>
          </p:cNvPr>
          <p:cNvCxnSpPr>
            <a:cxnSpLocks/>
          </p:cNvCxnSpPr>
          <p:nvPr/>
        </p:nvCxnSpPr>
        <p:spPr>
          <a:xfrm>
            <a:off x="4039124" y="1124824"/>
            <a:ext cx="162047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Seta: Para Baixo 81">
            <a:extLst>
              <a:ext uri="{FF2B5EF4-FFF2-40B4-BE49-F238E27FC236}">
                <a16:creationId xmlns:a16="http://schemas.microsoft.com/office/drawing/2014/main" id="{1ECE6E1A-4476-5C8A-F7E4-C346D715B6F2}"/>
              </a:ext>
            </a:extLst>
          </p:cNvPr>
          <p:cNvSpPr/>
          <p:nvPr/>
        </p:nvSpPr>
        <p:spPr>
          <a:xfrm>
            <a:off x="4743661" y="748431"/>
            <a:ext cx="264915" cy="32320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83" name="Conexão reta 82">
            <a:extLst>
              <a:ext uri="{FF2B5EF4-FFF2-40B4-BE49-F238E27FC236}">
                <a16:creationId xmlns:a16="http://schemas.microsoft.com/office/drawing/2014/main" id="{D2B17ECB-EF99-B05A-94BC-7E9A009531C5}"/>
              </a:ext>
            </a:extLst>
          </p:cNvPr>
          <p:cNvCxnSpPr>
            <a:cxnSpLocks/>
          </p:cNvCxnSpPr>
          <p:nvPr/>
        </p:nvCxnSpPr>
        <p:spPr>
          <a:xfrm>
            <a:off x="3760251" y="2412332"/>
            <a:ext cx="25574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xão reta 86">
            <a:extLst>
              <a:ext uri="{FF2B5EF4-FFF2-40B4-BE49-F238E27FC236}">
                <a16:creationId xmlns:a16="http://schemas.microsoft.com/office/drawing/2014/main" id="{EB0609CB-5787-6E60-52B4-DCEC327F3AA6}"/>
              </a:ext>
            </a:extLst>
          </p:cNvPr>
          <p:cNvCxnSpPr>
            <a:cxnSpLocks/>
          </p:cNvCxnSpPr>
          <p:nvPr/>
        </p:nvCxnSpPr>
        <p:spPr>
          <a:xfrm flipH="1">
            <a:off x="3758679" y="129468"/>
            <a:ext cx="1572" cy="23361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xão reta 90">
            <a:extLst>
              <a:ext uri="{FF2B5EF4-FFF2-40B4-BE49-F238E27FC236}">
                <a16:creationId xmlns:a16="http://schemas.microsoft.com/office/drawing/2014/main" id="{DE1F58F7-9D74-B570-BCB4-51CD7AD0A6FA}"/>
              </a:ext>
            </a:extLst>
          </p:cNvPr>
          <p:cNvCxnSpPr>
            <a:cxnSpLocks/>
          </p:cNvCxnSpPr>
          <p:nvPr/>
        </p:nvCxnSpPr>
        <p:spPr>
          <a:xfrm>
            <a:off x="6721562" y="76200"/>
            <a:ext cx="0" cy="3147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xão reta 93">
            <a:extLst>
              <a:ext uri="{FF2B5EF4-FFF2-40B4-BE49-F238E27FC236}">
                <a16:creationId xmlns:a16="http://schemas.microsoft.com/office/drawing/2014/main" id="{422198EC-0D78-B50E-5812-87803630C4B5}"/>
              </a:ext>
            </a:extLst>
          </p:cNvPr>
          <p:cNvCxnSpPr>
            <a:cxnSpLocks/>
          </p:cNvCxnSpPr>
          <p:nvPr/>
        </p:nvCxnSpPr>
        <p:spPr>
          <a:xfrm>
            <a:off x="5682726" y="3223591"/>
            <a:ext cx="10388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exão reta 372">
            <a:extLst>
              <a:ext uri="{FF2B5EF4-FFF2-40B4-BE49-F238E27FC236}">
                <a16:creationId xmlns:a16="http://schemas.microsoft.com/office/drawing/2014/main" id="{1FE4B4C6-502A-F4F4-4A93-3AAE5CF7CEDB}"/>
              </a:ext>
            </a:extLst>
          </p:cNvPr>
          <p:cNvCxnSpPr/>
          <p:nvPr/>
        </p:nvCxnSpPr>
        <p:spPr>
          <a:xfrm>
            <a:off x="4202670" y="5284470"/>
            <a:ext cx="13016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Conexão reta 375">
            <a:extLst>
              <a:ext uri="{FF2B5EF4-FFF2-40B4-BE49-F238E27FC236}">
                <a16:creationId xmlns:a16="http://schemas.microsoft.com/office/drawing/2014/main" id="{F35FC5C4-0559-87AB-8247-E9D51E0A227A}"/>
              </a:ext>
            </a:extLst>
          </p:cNvPr>
          <p:cNvCxnSpPr>
            <a:cxnSpLocks/>
          </p:cNvCxnSpPr>
          <p:nvPr/>
        </p:nvCxnSpPr>
        <p:spPr>
          <a:xfrm flipV="1">
            <a:off x="5504362" y="5213985"/>
            <a:ext cx="0" cy="1524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exão reta 376">
            <a:extLst>
              <a:ext uri="{FF2B5EF4-FFF2-40B4-BE49-F238E27FC236}">
                <a16:creationId xmlns:a16="http://schemas.microsoft.com/office/drawing/2014/main" id="{427F098C-ECCE-24BF-769B-1C571F45DE76}"/>
              </a:ext>
            </a:extLst>
          </p:cNvPr>
          <p:cNvCxnSpPr>
            <a:cxnSpLocks/>
          </p:cNvCxnSpPr>
          <p:nvPr/>
        </p:nvCxnSpPr>
        <p:spPr>
          <a:xfrm flipH="1">
            <a:off x="5790112" y="5168317"/>
            <a:ext cx="16491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Conexão reta 379">
            <a:extLst>
              <a:ext uri="{FF2B5EF4-FFF2-40B4-BE49-F238E27FC236}">
                <a16:creationId xmlns:a16="http://schemas.microsoft.com/office/drawing/2014/main" id="{FA258372-0B08-51CA-64FB-B52D794B81CB}"/>
              </a:ext>
            </a:extLst>
          </p:cNvPr>
          <p:cNvCxnSpPr>
            <a:cxnSpLocks/>
          </p:cNvCxnSpPr>
          <p:nvPr/>
        </p:nvCxnSpPr>
        <p:spPr>
          <a:xfrm flipH="1">
            <a:off x="5748202" y="2240333"/>
            <a:ext cx="16491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exão reta 380">
            <a:extLst>
              <a:ext uri="{FF2B5EF4-FFF2-40B4-BE49-F238E27FC236}">
                <a16:creationId xmlns:a16="http://schemas.microsoft.com/office/drawing/2014/main" id="{DBE8F705-DACC-3497-A269-1450FE0B3E28}"/>
              </a:ext>
            </a:extLst>
          </p:cNvPr>
          <p:cNvCxnSpPr>
            <a:cxnSpLocks/>
          </p:cNvCxnSpPr>
          <p:nvPr/>
        </p:nvCxnSpPr>
        <p:spPr>
          <a:xfrm>
            <a:off x="5831490" y="2250407"/>
            <a:ext cx="34928" cy="291790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32158E-5651-383F-DB13-E4B26D7719DE}"/>
              </a:ext>
            </a:extLst>
          </p:cNvPr>
          <p:cNvSpPr txBox="1"/>
          <p:nvPr/>
        </p:nvSpPr>
        <p:spPr>
          <a:xfrm>
            <a:off x="4551416" y="5337909"/>
            <a:ext cx="667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0000"/>
                </a:solidFill>
              </a:rPr>
              <a:t>500mm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255D6EC-47E9-EF81-3597-1E8FB66EE590}"/>
              </a:ext>
            </a:extLst>
          </p:cNvPr>
          <p:cNvSpPr txBox="1"/>
          <p:nvPr/>
        </p:nvSpPr>
        <p:spPr>
          <a:xfrm>
            <a:off x="5849374" y="3704436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0000"/>
                </a:solidFill>
              </a:rPr>
              <a:t>1700mm</a:t>
            </a:r>
          </a:p>
        </p:txBody>
      </p:sp>
      <p:sp>
        <p:nvSpPr>
          <p:cNvPr id="1102" name="CaixaDeTexto 1101">
            <a:extLst>
              <a:ext uri="{FF2B5EF4-FFF2-40B4-BE49-F238E27FC236}">
                <a16:creationId xmlns:a16="http://schemas.microsoft.com/office/drawing/2014/main" id="{541A125F-3185-1A3F-0F7B-942938C40657}"/>
              </a:ext>
            </a:extLst>
          </p:cNvPr>
          <p:cNvSpPr txBox="1"/>
          <p:nvPr/>
        </p:nvSpPr>
        <p:spPr>
          <a:xfrm>
            <a:off x="3581045" y="36596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In</a:t>
            </a:r>
          </a:p>
        </p:txBody>
      </p:sp>
      <p:sp>
        <p:nvSpPr>
          <p:cNvPr id="1105" name="CaixaDeTexto 1104">
            <a:extLst>
              <a:ext uri="{FF2B5EF4-FFF2-40B4-BE49-F238E27FC236}">
                <a16:creationId xmlns:a16="http://schemas.microsoft.com/office/drawing/2014/main" id="{508CB8D4-FBDF-B396-C934-A4464FF5B200}"/>
              </a:ext>
            </a:extLst>
          </p:cNvPr>
          <p:cNvSpPr txBox="1"/>
          <p:nvPr/>
        </p:nvSpPr>
        <p:spPr>
          <a:xfrm>
            <a:off x="582928" y="35540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FF0000"/>
                </a:solidFill>
              </a:rPr>
              <a:t>Out</a:t>
            </a:r>
          </a:p>
        </p:txBody>
      </p: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7BADA979-67B4-0B88-BB59-0BD9E54E2C13}"/>
              </a:ext>
            </a:extLst>
          </p:cNvPr>
          <p:cNvSpPr/>
          <p:nvPr/>
        </p:nvSpPr>
        <p:spPr>
          <a:xfrm>
            <a:off x="1071071" y="2400083"/>
            <a:ext cx="1253055" cy="1906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34" name="CaixaDeTexto 1133">
            <a:extLst>
              <a:ext uri="{FF2B5EF4-FFF2-40B4-BE49-F238E27FC236}">
                <a16:creationId xmlns:a16="http://schemas.microsoft.com/office/drawing/2014/main" id="{4956120C-8FC6-05F1-2B84-2DAB530E4FDF}"/>
              </a:ext>
            </a:extLst>
          </p:cNvPr>
          <p:cNvSpPr txBox="1"/>
          <p:nvPr/>
        </p:nvSpPr>
        <p:spPr>
          <a:xfrm>
            <a:off x="1174735" y="3105746"/>
            <a:ext cx="6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Robô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36CB1AD-BC1D-9CBB-5890-A76B5B508AA8}"/>
              </a:ext>
            </a:extLst>
          </p:cNvPr>
          <p:cNvGrpSpPr/>
          <p:nvPr/>
        </p:nvGrpSpPr>
        <p:grpSpPr>
          <a:xfrm>
            <a:off x="9350505" y="3661338"/>
            <a:ext cx="1001861" cy="1320404"/>
            <a:chOff x="1971043" y="-404025"/>
            <a:chExt cx="4252179" cy="6209022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16C95C8B-4429-2287-36E5-D1009EE58D77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1644" name="Retângulo: Cantos Arredondados 1643">
                <a:extLst>
                  <a:ext uri="{FF2B5EF4-FFF2-40B4-BE49-F238E27FC236}">
                    <a16:creationId xmlns:a16="http://schemas.microsoft.com/office/drawing/2014/main" id="{3E2FB091-C39B-BD23-E8A6-2EA1E62F13F6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5" name="Oval 1644">
                <a:extLst>
                  <a:ext uri="{FF2B5EF4-FFF2-40B4-BE49-F238E27FC236}">
                    <a16:creationId xmlns:a16="http://schemas.microsoft.com/office/drawing/2014/main" id="{9976D607-B4D2-A605-C852-27E62DF447C1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6" name="Oval 1645">
                <a:extLst>
                  <a:ext uri="{FF2B5EF4-FFF2-40B4-BE49-F238E27FC236}">
                    <a16:creationId xmlns:a16="http://schemas.microsoft.com/office/drawing/2014/main" id="{6CDE1C7B-9F76-CE76-57B3-0DB86C12527A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7" name="Retângulo 1646">
                <a:extLst>
                  <a:ext uri="{FF2B5EF4-FFF2-40B4-BE49-F238E27FC236}">
                    <a16:creationId xmlns:a16="http://schemas.microsoft.com/office/drawing/2014/main" id="{07C8C29B-43D9-0FAB-513C-5CF4D5FA8CF7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8" name="Retângulo 1647">
                <a:extLst>
                  <a:ext uri="{FF2B5EF4-FFF2-40B4-BE49-F238E27FC236}">
                    <a16:creationId xmlns:a16="http://schemas.microsoft.com/office/drawing/2014/main" id="{6808309E-A517-E512-0B32-52ABA6ACFF14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19C03FB6-3965-975B-48EB-B4927A29703B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271" name="Imagem 270">
                <a:extLst>
                  <a:ext uri="{FF2B5EF4-FFF2-40B4-BE49-F238E27FC236}">
                    <a16:creationId xmlns:a16="http://schemas.microsoft.com/office/drawing/2014/main" id="{477921EA-3CC0-26A2-6B06-C312F5BDEA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72" name="Imagem 271">
                <a:extLst>
                  <a:ext uri="{FF2B5EF4-FFF2-40B4-BE49-F238E27FC236}">
                    <a16:creationId xmlns:a16="http://schemas.microsoft.com/office/drawing/2014/main" id="{4EF51B87-9558-C933-E3C2-D6473C1386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2" name="Imagem 1631">
                <a:extLst>
                  <a:ext uri="{FF2B5EF4-FFF2-40B4-BE49-F238E27FC236}">
                    <a16:creationId xmlns:a16="http://schemas.microsoft.com/office/drawing/2014/main" id="{376C7AC1-986B-9573-29AD-CAB42A1F6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3" name="Imagem 1632">
                <a:extLst>
                  <a:ext uri="{FF2B5EF4-FFF2-40B4-BE49-F238E27FC236}">
                    <a16:creationId xmlns:a16="http://schemas.microsoft.com/office/drawing/2014/main" id="{9E7B312D-4BFA-96DE-B439-919013FC91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4" name="Imagem 1633">
                <a:extLst>
                  <a:ext uri="{FF2B5EF4-FFF2-40B4-BE49-F238E27FC236}">
                    <a16:creationId xmlns:a16="http://schemas.microsoft.com/office/drawing/2014/main" id="{C69A0980-0A82-4AED-E9EE-5D3D97885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5" name="Imagem 1634">
                <a:extLst>
                  <a:ext uri="{FF2B5EF4-FFF2-40B4-BE49-F238E27FC236}">
                    <a16:creationId xmlns:a16="http://schemas.microsoft.com/office/drawing/2014/main" id="{E37910A6-2C7D-95EA-C0AA-AD7069EF88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6" name="Imagem 1635">
                <a:extLst>
                  <a:ext uri="{FF2B5EF4-FFF2-40B4-BE49-F238E27FC236}">
                    <a16:creationId xmlns:a16="http://schemas.microsoft.com/office/drawing/2014/main" id="{98E03EA5-06A2-F22F-91B3-8D4B73064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7" name="Imagem 1636">
                <a:extLst>
                  <a:ext uri="{FF2B5EF4-FFF2-40B4-BE49-F238E27FC236}">
                    <a16:creationId xmlns:a16="http://schemas.microsoft.com/office/drawing/2014/main" id="{4CC3C7B7-B91C-F0B1-3ECF-25E10353E4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8" name="Imagem 1637">
                <a:extLst>
                  <a:ext uri="{FF2B5EF4-FFF2-40B4-BE49-F238E27FC236}">
                    <a16:creationId xmlns:a16="http://schemas.microsoft.com/office/drawing/2014/main" id="{D3252425-5A1C-2923-3D71-0AE5B351A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9" name="Imagem 1638">
                <a:extLst>
                  <a:ext uri="{FF2B5EF4-FFF2-40B4-BE49-F238E27FC236}">
                    <a16:creationId xmlns:a16="http://schemas.microsoft.com/office/drawing/2014/main" id="{BC7B818D-4708-86EA-9A80-F47517A37B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40" name="Imagem 1639">
                <a:extLst>
                  <a:ext uri="{FF2B5EF4-FFF2-40B4-BE49-F238E27FC236}">
                    <a16:creationId xmlns:a16="http://schemas.microsoft.com/office/drawing/2014/main" id="{4B4D2786-F7FB-8D5C-2C98-72BCC65B0F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41" name="Imagem 1640">
                <a:extLst>
                  <a:ext uri="{FF2B5EF4-FFF2-40B4-BE49-F238E27FC236}">
                    <a16:creationId xmlns:a16="http://schemas.microsoft.com/office/drawing/2014/main" id="{2DAA4D27-A23A-1AE0-B6DF-653B01DC83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42" name="Imagem 1641">
                <a:extLst>
                  <a:ext uri="{FF2B5EF4-FFF2-40B4-BE49-F238E27FC236}">
                    <a16:creationId xmlns:a16="http://schemas.microsoft.com/office/drawing/2014/main" id="{8CEF7C3A-CEA5-C81C-EC73-7E09B12312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43" name="Imagem 1642">
                <a:extLst>
                  <a:ext uri="{FF2B5EF4-FFF2-40B4-BE49-F238E27FC236}">
                    <a16:creationId xmlns:a16="http://schemas.microsoft.com/office/drawing/2014/main" id="{C5DC02CD-F3C9-8461-DED4-F0B6BD7C92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D46BAE4C-ABE5-EF76-FB04-76D560FF06F4}"/>
                </a:ext>
              </a:extLst>
            </p:cNvPr>
            <p:cNvSpPr txBox="1"/>
            <p:nvPr/>
          </p:nvSpPr>
          <p:spPr>
            <a:xfrm>
              <a:off x="3334518" y="-404025"/>
              <a:ext cx="1783905" cy="1302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/>
                <a:t>141</a:t>
              </a:r>
            </a:p>
          </p:txBody>
        </p: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id="{022DE6FF-D8EE-62E5-F50D-1B6486C96377}"/>
                </a:ext>
              </a:extLst>
            </p:cNvPr>
            <p:cNvSpPr txBox="1"/>
            <p:nvPr/>
          </p:nvSpPr>
          <p:spPr>
            <a:xfrm>
              <a:off x="1971043" y="2451566"/>
              <a:ext cx="665032" cy="1487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A69008AF-931B-CCE9-B7D9-A1B89918F54E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C2571675-1934-5AD3-D5C6-044097718148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1650" name="Retângulo 1649">
            <a:extLst>
              <a:ext uri="{FF2B5EF4-FFF2-40B4-BE49-F238E27FC236}">
                <a16:creationId xmlns:a16="http://schemas.microsoft.com/office/drawing/2014/main" id="{F223A808-0CD8-DEF0-FC75-0A5C397B7CE2}"/>
              </a:ext>
            </a:extLst>
          </p:cNvPr>
          <p:cNvSpPr/>
          <p:nvPr/>
        </p:nvSpPr>
        <p:spPr>
          <a:xfrm>
            <a:off x="9193321" y="4831466"/>
            <a:ext cx="92451" cy="153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1676" name="Imagem 1675">
            <a:extLst>
              <a:ext uri="{FF2B5EF4-FFF2-40B4-BE49-F238E27FC236}">
                <a16:creationId xmlns:a16="http://schemas.microsoft.com/office/drawing/2014/main" id="{95394F80-022C-7A94-6FD0-1E4C78E03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45" y="4194163"/>
            <a:ext cx="1012497" cy="2180613"/>
          </a:xfrm>
          <a:prstGeom prst="rect">
            <a:avLst/>
          </a:prstGeom>
        </p:spPr>
      </p:pic>
      <p:pic>
        <p:nvPicPr>
          <p:cNvPr id="1684" name="Imagem 1683">
            <a:extLst>
              <a:ext uri="{FF2B5EF4-FFF2-40B4-BE49-F238E27FC236}">
                <a16:creationId xmlns:a16="http://schemas.microsoft.com/office/drawing/2014/main" id="{038138C6-40F0-A100-EFC5-0CE81C16E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6490" y="2588045"/>
            <a:ext cx="1995593" cy="111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5" name="CaixaDeTexto 1684">
            <a:extLst>
              <a:ext uri="{FF2B5EF4-FFF2-40B4-BE49-F238E27FC236}">
                <a16:creationId xmlns:a16="http://schemas.microsoft.com/office/drawing/2014/main" id="{E17EC7C6-9A8A-A0BB-D07C-7DC6AD71DC75}"/>
              </a:ext>
            </a:extLst>
          </p:cNvPr>
          <p:cNvSpPr txBox="1"/>
          <p:nvPr/>
        </p:nvSpPr>
        <p:spPr>
          <a:xfrm>
            <a:off x="10544112" y="2443718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49,5 mm</a:t>
            </a:r>
          </a:p>
        </p:txBody>
      </p:sp>
      <p:sp>
        <p:nvSpPr>
          <p:cNvPr id="1686" name="CaixaDeTexto 1685">
            <a:extLst>
              <a:ext uri="{FF2B5EF4-FFF2-40B4-BE49-F238E27FC236}">
                <a16:creationId xmlns:a16="http://schemas.microsoft.com/office/drawing/2014/main" id="{2534AAFB-8586-C07B-02EB-02D4490C868F}"/>
              </a:ext>
            </a:extLst>
          </p:cNvPr>
          <p:cNvSpPr txBox="1"/>
          <p:nvPr/>
        </p:nvSpPr>
        <p:spPr>
          <a:xfrm>
            <a:off x="9453958" y="3009843"/>
            <a:ext cx="5501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27 mm</a:t>
            </a:r>
          </a:p>
        </p:txBody>
      </p:sp>
      <p:sp>
        <p:nvSpPr>
          <p:cNvPr id="1689" name="CaixaDeTexto 1688">
            <a:extLst>
              <a:ext uri="{FF2B5EF4-FFF2-40B4-BE49-F238E27FC236}">
                <a16:creationId xmlns:a16="http://schemas.microsoft.com/office/drawing/2014/main" id="{2457F250-095F-75EA-76CA-3E2C6E83B908}"/>
              </a:ext>
            </a:extLst>
          </p:cNvPr>
          <p:cNvSpPr txBox="1"/>
          <p:nvPr/>
        </p:nvSpPr>
        <p:spPr>
          <a:xfrm>
            <a:off x="9086364" y="4286969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176</a:t>
            </a:r>
          </a:p>
        </p:txBody>
      </p:sp>
      <p:sp>
        <p:nvSpPr>
          <p:cNvPr id="1690" name="CaixaDeTexto 1689">
            <a:extLst>
              <a:ext uri="{FF2B5EF4-FFF2-40B4-BE49-F238E27FC236}">
                <a16:creationId xmlns:a16="http://schemas.microsoft.com/office/drawing/2014/main" id="{FF05F7B9-24C1-BA63-6117-E716C51A2025}"/>
              </a:ext>
            </a:extLst>
          </p:cNvPr>
          <p:cNvSpPr txBox="1"/>
          <p:nvPr/>
        </p:nvSpPr>
        <p:spPr>
          <a:xfrm>
            <a:off x="9524241" y="4929849"/>
            <a:ext cx="73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14 peças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4FCF0DD-8C9D-40EF-37C1-51EDA6DD2471}"/>
              </a:ext>
            </a:extLst>
          </p:cNvPr>
          <p:cNvSpPr/>
          <p:nvPr/>
        </p:nvSpPr>
        <p:spPr>
          <a:xfrm rot="16200000">
            <a:off x="2026449" y="2734404"/>
            <a:ext cx="1906260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710" name="Agrupar 1709">
            <a:extLst>
              <a:ext uri="{FF2B5EF4-FFF2-40B4-BE49-F238E27FC236}">
                <a16:creationId xmlns:a16="http://schemas.microsoft.com/office/drawing/2014/main" id="{51373567-569C-522B-AA12-756841A73575}"/>
              </a:ext>
            </a:extLst>
          </p:cNvPr>
          <p:cNvGrpSpPr/>
          <p:nvPr/>
        </p:nvGrpSpPr>
        <p:grpSpPr>
          <a:xfrm rot="16200000">
            <a:off x="2540345" y="2560698"/>
            <a:ext cx="873525" cy="792000"/>
            <a:chOff x="1858377" y="784451"/>
            <a:chExt cx="4400450" cy="5020546"/>
          </a:xfrm>
        </p:grpSpPr>
        <p:grpSp>
          <p:nvGrpSpPr>
            <p:cNvPr id="1711" name="Agrupar 1710">
              <a:extLst>
                <a:ext uri="{FF2B5EF4-FFF2-40B4-BE49-F238E27FC236}">
                  <a16:creationId xmlns:a16="http://schemas.microsoft.com/office/drawing/2014/main" id="{DD783C5E-EC77-C3E0-0F1A-1E92D2B7A4A5}"/>
                </a:ext>
              </a:extLst>
            </p:cNvPr>
            <p:cNvGrpSpPr/>
            <p:nvPr/>
          </p:nvGrpSpPr>
          <p:grpSpPr>
            <a:xfrm>
              <a:off x="2124232" y="784451"/>
              <a:ext cx="4134595" cy="5020546"/>
              <a:chOff x="2125738" y="784461"/>
              <a:chExt cx="4134586" cy="5020584"/>
            </a:xfrm>
          </p:grpSpPr>
          <p:sp>
            <p:nvSpPr>
              <p:cNvPr id="1808" name="Retângulo: Cantos Arredondados 1807">
                <a:extLst>
                  <a:ext uri="{FF2B5EF4-FFF2-40B4-BE49-F238E27FC236}">
                    <a16:creationId xmlns:a16="http://schemas.microsoft.com/office/drawing/2014/main" id="{5E9DB43F-86C7-AA8F-FF78-C99576091E51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09" name="Oval 1808">
                <a:extLst>
                  <a:ext uri="{FF2B5EF4-FFF2-40B4-BE49-F238E27FC236}">
                    <a16:creationId xmlns:a16="http://schemas.microsoft.com/office/drawing/2014/main" id="{1C574A79-CAEB-CF23-B67F-536D68E6BF08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0" name="Oval 1809">
                <a:extLst>
                  <a:ext uri="{FF2B5EF4-FFF2-40B4-BE49-F238E27FC236}">
                    <a16:creationId xmlns:a16="http://schemas.microsoft.com/office/drawing/2014/main" id="{EE6512E2-192E-657B-2F89-BEDCC9908401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1" name="Retângulo 1810">
                <a:extLst>
                  <a:ext uri="{FF2B5EF4-FFF2-40B4-BE49-F238E27FC236}">
                    <a16:creationId xmlns:a16="http://schemas.microsoft.com/office/drawing/2014/main" id="{BC6D9A6F-B3AE-9260-A7DF-9D78601D77AB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2" name="Retângulo 1811">
                <a:extLst>
                  <a:ext uri="{FF2B5EF4-FFF2-40B4-BE49-F238E27FC236}">
                    <a16:creationId xmlns:a16="http://schemas.microsoft.com/office/drawing/2014/main" id="{6BA88C9C-4225-49CA-894F-DBA2759E4F4A}"/>
                  </a:ext>
                </a:extLst>
              </p:cNvPr>
              <p:cNvSpPr/>
              <p:nvPr/>
            </p:nvSpPr>
            <p:spPr>
              <a:xfrm>
                <a:off x="5867937" y="2920564"/>
                <a:ext cx="392387" cy="71999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712" name="Agrupar 1711">
              <a:extLst>
                <a:ext uri="{FF2B5EF4-FFF2-40B4-BE49-F238E27FC236}">
                  <a16:creationId xmlns:a16="http://schemas.microsoft.com/office/drawing/2014/main" id="{990952AE-BF7B-35A2-26C3-FF551EF04437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1717" name="Imagem 1716">
                <a:extLst>
                  <a:ext uri="{FF2B5EF4-FFF2-40B4-BE49-F238E27FC236}">
                    <a16:creationId xmlns:a16="http://schemas.microsoft.com/office/drawing/2014/main" id="{220B317B-D967-931C-2946-624A166C7F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18" name="Imagem 1717">
                <a:extLst>
                  <a:ext uri="{FF2B5EF4-FFF2-40B4-BE49-F238E27FC236}">
                    <a16:creationId xmlns:a16="http://schemas.microsoft.com/office/drawing/2014/main" id="{704FBCD6-2EB9-B635-A9DD-591C562F3B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19" name="Imagem 1718">
                <a:extLst>
                  <a:ext uri="{FF2B5EF4-FFF2-40B4-BE49-F238E27FC236}">
                    <a16:creationId xmlns:a16="http://schemas.microsoft.com/office/drawing/2014/main" id="{D7AFBDA7-D0F6-3E49-5B95-9016BA2B4C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21" name="Imagem 1720">
                <a:extLst>
                  <a:ext uri="{FF2B5EF4-FFF2-40B4-BE49-F238E27FC236}">
                    <a16:creationId xmlns:a16="http://schemas.microsoft.com/office/drawing/2014/main" id="{87BA0558-AE09-8A4D-FD83-F8F2950D35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22" name="Imagem 1721">
                <a:extLst>
                  <a:ext uri="{FF2B5EF4-FFF2-40B4-BE49-F238E27FC236}">
                    <a16:creationId xmlns:a16="http://schemas.microsoft.com/office/drawing/2014/main" id="{A5748A13-E231-761E-AFE7-93BA46A70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36" name="Imagem 1735">
                <a:extLst>
                  <a:ext uri="{FF2B5EF4-FFF2-40B4-BE49-F238E27FC236}">
                    <a16:creationId xmlns:a16="http://schemas.microsoft.com/office/drawing/2014/main" id="{067F15C0-689A-9FDB-08CC-70C6B757F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44" name="Imagem 1743">
                <a:extLst>
                  <a:ext uri="{FF2B5EF4-FFF2-40B4-BE49-F238E27FC236}">
                    <a16:creationId xmlns:a16="http://schemas.microsoft.com/office/drawing/2014/main" id="{370E1647-07F2-08F1-5DFE-F40F8A2BA9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00" name="Imagem 399">
                <a:extLst>
                  <a:ext uri="{FF2B5EF4-FFF2-40B4-BE49-F238E27FC236}">
                    <a16:creationId xmlns:a16="http://schemas.microsoft.com/office/drawing/2014/main" id="{C3386D6B-3245-1014-000C-29143C5193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2" name="Imagem 1801">
                <a:extLst>
                  <a:ext uri="{FF2B5EF4-FFF2-40B4-BE49-F238E27FC236}">
                    <a16:creationId xmlns:a16="http://schemas.microsoft.com/office/drawing/2014/main" id="{39C3E1A3-C67F-5F87-A565-BEFA572F4C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3" name="Imagem 1802">
                <a:extLst>
                  <a:ext uri="{FF2B5EF4-FFF2-40B4-BE49-F238E27FC236}">
                    <a16:creationId xmlns:a16="http://schemas.microsoft.com/office/drawing/2014/main" id="{685CD73E-7FF3-6083-CD28-A1BD561082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4" name="Imagem 1803">
                <a:extLst>
                  <a:ext uri="{FF2B5EF4-FFF2-40B4-BE49-F238E27FC236}">
                    <a16:creationId xmlns:a16="http://schemas.microsoft.com/office/drawing/2014/main" id="{6C228F37-A31B-A397-B8AB-E2B446926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5" name="Imagem 1804">
                <a:extLst>
                  <a:ext uri="{FF2B5EF4-FFF2-40B4-BE49-F238E27FC236}">
                    <a16:creationId xmlns:a16="http://schemas.microsoft.com/office/drawing/2014/main" id="{8195C22E-8B45-BD93-7ACF-E9A8A41C98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6" name="Imagem 1805">
                <a:extLst>
                  <a:ext uri="{FF2B5EF4-FFF2-40B4-BE49-F238E27FC236}">
                    <a16:creationId xmlns:a16="http://schemas.microsoft.com/office/drawing/2014/main" id="{42A50A7E-FD35-5B3C-EEEF-4A81AAEF1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7" name="Imagem 1806">
                <a:extLst>
                  <a:ext uri="{FF2B5EF4-FFF2-40B4-BE49-F238E27FC236}">
                    <a16:creationId xmlns:a16="http://schemas.microsoft.com/office/drawing/2014/main" id="{8E8E9C83-AE50-1103-FDEA-7A1F221E7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1714" name="CaixaDeTexto 1713">
              <a:extLst>
                <a:ext uri="{FF2B5EF4-FFF2-40B4-BE49-F238E27FC236}">
                  <a16:creationId xmlns:a16="http://schemas.microsoft.com/office/drawing/2014/main" id="{7227F669-95CE-E32D-6785-7400E05732EB}"/>
                </a:ext>
              </a:extLst>
            </p:cNvPr>
            <p:cNvSpPr txBox="1"/>
            <p:nvPr/>
          </p:nvSpPr>
          <p:spPr>
            <a:xfrm>
              <a:off x="1858377" y="2451561"/>
              <a:ext cx="665030" cy="148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1715" name="Oval 1714">
              <a:extLst>
                <a:ext uri="{FF2B5EF4-FFF2-40B4-BE49-F238E27FC236}">
                  <a16:creationId xmlns:a16="http://schemas.microsoft.com/office/drawing/2014/main" id="{31ABC8E1-7005-59CE-5FCE-BACA6E10BBC5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16" name="Oval 1715">
              <a:extLst>
                <a:ext uri="{FF2B5EF4-FFF2-40B4-BE49-F238E27FC236}">
                  <a16:creationId xmlns:a16="http://schemas.microsoft.com/office/drawing/2014/main" id="{CDDBC289-9864-6CD0-8D8E-7BAC30493F1F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813" name="Agrupar 1812">
            <a:extLst>
              <a:ext uri="{FF2B5EF4-FFF2-40B4-BE49-F238E27FC236}">
                <a16:creationId xmlns:a16="http://schemas.microsoft.com/office/drawing/2014/main" id="{DE0847C7-B6FF-F00C-969A-6B7B28DB6136}"/>
              </a:ext>
            </a:extLst>
          </p:cNvPr>
          <p:cNvGrpSpPr/>
          <p:nvPr/>
        </p:nvGrpSpPr>
        <p:grpSpPr>
          <a:xfrm rot="16200000">
            <a:off x="2545107" y="3446935"/>
            <a:ext cx="864000" cy="792000"/>
            <a:chOff x="2096174" y="784451"/>
            <a:chExt cx="4127048" cy="5020546"/>
          </a:xfrm>
        </p:grpSpPr>
        <p:grpSp>
          <p:nvGrpSpPr>
            <p:cNvPr id="1814" name="Agrupar 1813">
              <a:extLst>
                <a:ext uri="{FF2B5EF4-FFF2-40B4-BE49-F238E27FC236}">
                  <a16:creationId xmlns:a16="http://schemas.microsoft.com/office/drawing/2014/main" id="{C0D3D229-9613-0563-4673-75E63718D273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1930" name="Retângulo: Cantos Arredondados 1929">
                <a:extLst>
                  <a:ext uri="{FF2B5EF4-FFF2-40B4-BE49-F238E27FC236}">
                    <a16:creationId xmlns:a16="http://schemas.microsoft.com/office/drawing/2014/main" id="{7D62350F-EC2C-06F6-CC23-15C6362F85D8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1" name="Oval 1930">
                <a:extLst>
                  <a:ext uri="{FF2B5EF4-FFF2-40B4-BE49-F238E27FC236}">
                    <a16:creationId xmlns:a16="http://schemas.microsoft.com/office/drawing/2014/main" id="{CCD61039-290D-A0BB-6C4C-8E3005542DD6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2" name="Oval 1931">
                <a:extLst>
                  <a:ext uri="{FF2B5EF4-FFF2-40B4-BE49-F238E27FC236}">
                    <a16:creationId xmlns:a16="http://schemas.microsoft.com/office/drawing/2014/main" id="{D8489215-959E-F89A-9DB2-30746F0BACBB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3" name="Retângulo 1932">
                <a:extLst>
                  <a:ext uri="{FF2B5EF4-FFF2-40B4-BE49-F238E27FC236}">
                    <a16:creationId xmlns:a16="http://schemas.microsoft.com/office/drawing/2014/main" id="{4B4828E4-793C-2D09-4141-99EFC82D2F1A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4" name="Retângulo 1933">
                <a:extLst>
                  <a:ext uri="{FF2B5EF4-FFF2-40B4-BE49-F238E27FC236}">
                    <a16:creationId xmlns:a16="http://schemas.microsoft.com/office/drawing/2014/main" id="{66231160-0EC1-B133-1A9F-98E99660FD5A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815" name="Agrupar 1814">
              <a:extLst>
                <a:ext uri="{FF2B5EF4-FFF2-40B4-BE49-F238E27FC236}">
                  <a16:creationId xmlns:a16="http://schemas.microsoft.com/office/drawing/2014/main" id="{0C8C16DA-39BF-E722-BAF6-5CF3AC8E068A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1820" name="Imagem 1819">
                <a:extLst>
                  <a:ext uri="{FF2B5EF4-FFF2-40B4-BE49-F238E27FC236}">
                    <a16:creationId xmlns:a16="http://schemas.microsoft.com/office/drawing/2014/main" id="{FDBA8327-9D88-C897-06D6-2AC9F526CE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21" name="Imagem 1820">
                <a:extLst>
                  <a:ext uri="{FF2B5EF4-FFF2-40B4-BE49-F238E27FC236}">
                    <a16:creationId xmlns:a16="http://schemas.microsoft.com/office/drawing/2014/main" id="{A83A3BB3-5F86-4633-18C1-0785F299BF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22" name="Imagem 1821">
                <a:extLst>
                  <a:ext uri="{FF2B5EF4-FFF2-40B4-BE49-F238E27FC236}">
                    <a16:creationId xmlns:a16="http://schemas.microsoft.com/office/drawing/2014/main" id="{CBE3690C-EE15-69A4-1ECF-D31876C6E4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23" name="Imagem 1822">
                <a:extLst>
                  <a:ext uri="{FF2B5EF4-FFF2-40B4-BE49-F238E27FC236}">
                    <a16:creationId xmlns:a16="http://schemas.microsoft.com/office/drawing/2014/main" id="{D8476D24-FD0C-13CC-3460-676CB2E8AE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0" name="Imagem 1919">
                <a:extLst>
                  <a:ext uri="{FF2B5EF4-FFF2-40B4-BE49-F238E27FC236}">
                    <a16:creationId xmlns:a16="http://schemas.microsoft.com/office/drawing/2014/main" id="{963D5492-FA28-1CAB-1028-AC74227FD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1" name="Imagem 1920">
                <a:extLst>
                  <a:ext uri="{FF2B5EF4-FFF2-40B4-BE49-F238E27FC236}">
                    <a16:creationId xmlns:a16="http://schemas.microsoft.com/office/drawing/2014/main" id="{C2DB1DC5-BEB3-8CCE-8773-3C55C997CD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2" name="Imagem 1921">
                <a:extLst>
                  <a:ext uri="{FF2B5EF4-FFF2-40B4-BE49-F238E27FC236}">
                    <a16:creationId xmlns:a16="http://schemas.microsoft.com/office/drawing/2014/main" id="{F259FB39-BD99-2ED9-C885-0DF2754606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3" name="Imagem 1922">
                <a:extLst>
                  <a:ext uri="{FF2B5EF4-FFF2-40B4-BE49-F238E27FC236}">
                    <a16:creationId xmlns:a16="http://schemas.microsoft.com/office/drawing/2014/main" id="{1F6786B1-9DDA-0B11-0F33-BD8A75592C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4" name="Imagem 1923">
                <a:extLst>
                  <a:ext uri="{FF2B5EF4-FFF2-40B4-BE49-F238E27FC236}">
                    <a16:creationId xmlns:a16="http://schemas.microsoft.com/office/drawing/2014/main" id="{7BEC3FF3-C283-E425-D8AA-C6038C55F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5" name="Imagem 1924">
                <a:extLst>
                  <a:ext uri="{FF2B5EF4-FFF2-40B4-BE49-F238E27FC236}">
                    <a16:creationId xmlns:a16="http://schemas.microsoft.com/office/drawing/2014/main" id="{4C142378-68DA-4545-9BDD-84CBC56BF6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6" name="Imagem 1925">
                <a:extLst>
                  <a:ext uri="{FF2B5EF4-FFF2-40B4-BE49-F238E27FC236}">
                    <a16:creationId xmlns:a16="http://schemas.microsoft.com/office/drawing/2014/main" id="{070A044C-8EA3-074D-F94E-A0EEB02A10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7" name="Imagem 1926">
                <a:extLst>
                  <a:ext uri="{FF2B5EF4-FFF2-40B4-BE49-F238E27FC236}">
                    <a16:creationId xmlns:a16="http://schemas.microsoft.com/office/drawing/2014/main" id="{DFEC7E7F-68F4-DD1F-1568-604341E2E2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8" name="Imagem 1927">
                <a:extLst>
                  <a:ext uri="{FF2B5EF4-FFF2-40B4-BE49-F238E27FC236}">
                    <a16:creationId xmlns:a16="http://schemas.microsoft.com/office/drawing/2014/main" id="{6F89A4FA-AB7F-32F4-5CCB-52FE8ED400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9" name="Imagem 1928">
                <a:extLst>
                  <a:ext uri="{FF2B5EF4-FFF2-40B4-BE49-F238E27FC236}">
                    <a16:creationId xmlns:a16="http://schemas.microsoft.com/office/drawing/2014/main" id="{D23C5D9C-5426-6945-D4A9-63B5DE859F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1817" name="CaixaDeTexto 1816">
              <a:extLst>
                <a:ext uri="{FF2B5EF4-FFF2-40B4-BE49-F238E27FC236}">
                  <a16:creationId xmlns:a16="http://schemas.microsoft.com/office/drawing/2014/main" id="{02018C52-380B-1B8B-9489-41E143D34C6D}"/>
                </a:ext>
              </a:extLst>
            </p:cNvPr>
            <p:cNvSpPr txBox="1"/>
            <p:nvPr/>
          </p:nvSpPr>
          <p:spPr>
            <a:xfrm>
              <a:off x="2096174" y="2451566"/>
              <a:ext cx="439614" cy="14872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1818" name="Oval 1817">
              <a:extLst>
                <a:ext uri="{FF2B5EF4-FFF2-40B4-BE49-F238E27FC236}">
                  <a16:creationId xmlns:a16="http://schemas.microsoft.com/office/drawing/2014/main" id="{8BFC2FA3-81B8-4716-F10E-225EDEFE9390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rgbClr val="ED7D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19" name="Oval 1818">
              <a:extLst>
                <a:ext uri="{FF2B5EF4-FFF2-40B4-BE49-F238E27FC236}">
                  <a16:creationId xmlns:a16="http://schemas.microsoft.com/office/drawing/2014/main" id="{96A88A57-6130-60DE-A5C0-7EE55D7C5217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rgbClr val="ED7D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86" name="Agrupar 685">
            <a:extLst>
              <a:ext uri="{FF2B5EF4-FFF2-40B4-BE49-F238E27FC236}">
                <a16:creationId xmlns:a16="http://schemas.microsoft.com/office/drawing/2014/main" id="{F993E4EC-0354-22CC-FDA0-82F2FA8E0653}"/>
              </a:ext>
            </a:extLst>
          </p:cNvPr>
          <p:cNvGrpSpPr/>
          <p:nvPr/>
        </p:nvGrpSpPr>
        <p:grpSpPr>
          <a:xfrm>
            <a:off x="9350505" y="5205450"/>
            <a:ext cx="1001861" cy="1320404"/>
            <a:chOff x="1971043" y="-404025"/>
            <a:chExt cx="4252179" cy="6209022"/>
          </a:xfrm>
        </p:grpSpPr>
        <p:grpSp>
          <p:nvGrpSpPr>
            <p:cNvPr id="687" name="Agrupar 686">
              <a:extLst>
                <a:ext uri="{FF2B5EF4-FFF2-40B4-BE49-F238E27FC236}">
                  <a16:creationId xmlns:a16="http://schemas.microsoft.com/office/drawing/2014/main" id="{449F85E8-EE82-435F-82A0-2647D41DE87C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720" name="Retângulo: Cantos Arredondados 719">
                <a:extLst>
                  <a:ext uri="{FF2B5EF4-FFF2-40B4-BE49-F238E27FC236}">
                    <a16:creationId xmlns:a16="http://schemas.microsoft.com/office/drawing/2014/main" id="{33FA5CF8-30CC-25F1-C06E-6957859501C4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21" name="Oval 720">
                <a:extLst>
                  <a:ext uri="{FF2B5EF4-FFF2-40B4-BE49-F238E27FC236}">
                    <a16:creationId xmlns:a16="http://schemas.microsoft.com/office/drawing/2014/main" id="{8F4016E5-FDE4-F45F-7CC8-6E03B04245F6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2" name="Oval 721">
                <a:extLst>
                  <a:ext uri="{FF2B5EF4-FFF2-40B4-BE49-F238E27FC236}">
                    <a16:creationId xmlns:a16="http://schemas.microsoft.com/office/drawing/2014/main" id="{44637E83-FCCC-CD45-0DE1-2ECD7BD0BA25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3" name="Retângulo 722">
                <a:extLst>
                  <a:ext uri="{FF2B5EF4-FFF2-40B4-BE49-F238E27FC236}">
                    <a16:creationId xmlns:a16="http://schemas.microsoft.com/office/drawing/2014/main" id="{7DC88AC5-AA4B-4035-192E-334527861544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4" name="Retângulo 723">
                <a:extLst>
                  <a:ext uri="{FF2B5EF4-FFF2-40B4-BE49-F238E27FC236}">
                    <a16:creationId xmlns:a16="http://schemas.microsoft.com/office/drawing/2014/main" id="{59567BF9-175D-71E2-8AE4-43B366540E02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688" name="Agrupar 687">
              <a:extLst>
                <a:ext uri="{FF2B5EF4-FFF2-40B4-BE49-F238E27FC236}">
                  <a16:creationId xmlns:a16="http://schemas.microsoft.com/office/drawing/2014/main" id="{881B5EA7-87B4-43D3-5F9B-69B8774AF6E4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693" name="Imagem 692">
                <a:extLst>
                  <a:ext uri="{FF2B5EF4-FFF2-40B4-BE49-F238E27FC236}">
                    <a16:creationId xmlns:a16="http://schemas.microsoft.com/office/drawing/2014/main" id="{884B387A-0503-1340-66D7-26094934D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4" name="Imagem 693">
                <a:extLst>
                  <a:ext uri="{FF2B5EF4-FFF2-40B4-BE49-F238E27FC236}">
                    <a16:creationId xmlns:a16="http://schemas.microsoft.com/office/drawing/2014/main" id="{43E5A3C3-0C47-6F16-2BE7-F7208DB94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5" name="Imagem 694">
                <a:extLst>
                  <a:ext uri="{FF2B5EF4-FFF2-40B4-BE49-F238E27FC236}">
                    <a16:creationId xmlns:a16="http://schemas.microsoft.com/office/drawing/2014/main" id="{177136A0-ADB6-60FE-23A4-EC577BF529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6" name="Imagem 695">
                <a:extLst>
                  <a:ext uri="{FF2B5EF4-FFF2-40B4-BE49-F238E27FC236}">
                    <a16:creationId xmlns:a16="http://schemas.microsoft.com/office/drawing/2014/main" id="{B3E9AC15-E29B-DA5C-9755-2FC43353E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7" name="Imagem 696">
                <a:extLst>
                  <a:ext uri="{FF2B5EF4-FFF2-40B4-BE49-F238E27FC236}">
                    <a16:creationId xmlns:a16="http://schemas.microsoft.com/office/drawing/2014/main" id="{7325332A-570B-59A3-A8C2-45A2514ACF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8" name="Imagem 697">
                <a:extLst>
                  <a:ext uri="{FF2B5EF4-FFF2-40B4-BE49-F238E27FC236}">
                    <a16:creationId xmlns:a16="http://schemas.microsoft.com/office/drawing/2014/main" id="{B2568157-22BA-27F5-F013-7F91EE4086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9" name="Imagem 698">
                <a:extLst>
                  <a:ext uri="{FF2B5EF4-FFF2-40B4-BE49-F238E27FC236}">
                    <a16:creationId xmlns:a16="http://schemas.microsoft.com/office/drawing/2014/main" id="{50E99DC6-7660-7C3B-AB25-DB62AD2B6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00" name="Imagem 699">
                <a:extLst>
                  <a:ext uri="{FF2B5EF4-FFF2-40B4-BE49-F238E27FC236}">
                    <a16:creationId xmlns:a16="http://schemas.microsoft.com/office/drawing/2014/main" id="{5946BAC6-6D6C-1645-9AAC-3C41E2CD77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02" name="Imagem 701">
                <a:extLst>
                  <a:ext uri="{FF2B5EF4-FFF2-40B4-BE49-F238E27FC236}">
                    <a16:creationId xmlns:a16="http://schemas.microsoft.com/office/drawing/2014/main" id="{BE907025-A6B4-B65B-A9AC-09544D8D1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03" name="Imagem 702">
                <a:extLst>
                  <a:ext uri="{FF2B5EF4-FFF2-40B4-BE49-F238E27FC236}">
                    <a16:creationId xmlns:a16="http://schemas.microsoft.com/office/drawing/2014/main" id="{6065612D-ED08-C634-0036-E10740FAF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06" name="Imagem 705">
                <a:extLst>
                  <a:ext uri="{FF2B5EF4-FFF2-40B4-BE49-F238E27FC236}">
                    <a16:creationId xmlns:a16="http://schemas.microsoft.com/office/drawing/2014/main" id="{CCCD9B55-A045-D592-AE3C-5C3B95C2B8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13" name="Imagem 712">
                <a:extLst>
                  <a:ext uri="{FF2B5EF4-FFF2-40B4-BE49-F238E27FC236}">
                    <a16:creationId xmlns:a16="http://schemas.microsoft.com/office/drawing/2014/main" id="{F0444C43-88E2-DC2D-F07B-63BA96545F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16" name="Imagem 715">
                <a:extLst>
                  <a:ext uri="{FF2B5EF4-FFF2-40B4-BE49-F238E27FC236}">
                    <a16:creationId xmlns:a16="http://schemas.microsoft.com/office/drawing/2014/main" id="{9EB6E39A-58A0-1C19-BBE5-F4E419C389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18" name="Imagem 717">
                <a:extLst>
                  <a:ext uri="{FF2B5EF4-FFF2-40B4-BE49-F238E27FC236}">
                    <a16:creationId xmlns:a16="http://schemas.microsoft.com/office/drawing/2014/main" id="{8C4F1563-5E52-900D-A248-C178775A6A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689" name="CaixaDeTexto 688">
              <a:extLst>
                <a:ext uri="{FF2B5EF4-FFF2-40B4-BE49-F238E27FC236}">
                  <a16:creationId xmlns:a16="http://schemas.microsoft.com/office/drawing/2014/main" id="{265A9B68-3CD7-D869-0D28-B8DB86029543}"/>
                </a:ext>
              </a:extLst>
            </p:cNvPr>
            <p:cNvSpPr txBox="1"/>
            <p:nvPr/>
          </p:nvSpPr>
          <p:spPr>
            <a:xfrm>
              <a:off x="3334518" y="-404025"/>
              <a:ext cx="1783905" cy="1302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/>
                <a:t>141</a:t>
              </a:r>
            </a:p>
          </p:txBody>
        </p:sp>
        <p:sp>
          <p:nvSpPr>
            <p:cNvPr id="690" name="CaixaDeTexto 689">
              <a:extLst>
                <a:ext uri="{FF2B5EF4-FFF2-40B4-BE49-F238E27FC236}">
                  <a16:creationId xmlns:a16="http://schemas.microsoft.com/office/drawing/2014/main" id="{05CC38AD-A73C-CBB6-EA04-0A736C1DBC95}"/>
                </a:ext>
              </a:extLst>
            </p:cNvPr>
            <p:cNvSpPr txBox="1"/>
            <p:nvPr/>
          </p:nvSpPr>
          <p:spPr>
            <a:xfrm>
              <a:off x="1971043" y="2451566"/>
              <a:ext cx="665032" cy="1487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9015B655-29D8-D077-59C1-6BDFD3A6E91E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A1D2162F-7E91-AACD-9EDA-0B2FE2AE32CC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725" name="Retângulo 724">
            <a:extLst>
              <a:ext uri="{FF2B5EF4-FFF2-40B4-BE49-F238E27FC236}">
                <a16:creationId xmlns:a16="http://schemas.microsoft.com/office/drawing/2014/main" id="{2A39D370-847A-CD92-7564-8E2EF67BDCB8}"/>
              </a:ext>
            </a:extLst>
          </p:cNvPr>
          <p:cNvSpPr/>
          <p:nvPr/>
        </p:nvSpPr>
        <p:spPr>
          <a:xfrm>
            <a:off x="9389330" y="5912448"/>
            <a:ext cx="92451" cy="153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727" name="CaixaDeTexto 726">
            <a:extLst>
              <a:ext uri="{FF2B5EF4-FFF2-40B4-BE49-F238E27FC236}">
                <a16:creationId xmlns:a16="http://schemas.microsoft.com/office/drawing/2014/main" id="{F0F64F01-9DAF-273A-B57A-67BD98AB117E}"/>
              </a:ext>
            </a:extLst>
          </p:cNvPr>
          <p:cNvSpPr txBox="1"/>
          <p:nvPr/>
        </p:nvSpPr>
        <p:spPr>
          <a:xfrm>
            <a:off x="9086364" y="5831081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176</a:t>
            </a:r>
          </a:p>
        </p:txBody>
      </p:sp>
      <p:sp>
        <p:nvSpPr>
          <p:cNvPr id="728" name="CaixaDeTexto 727">
            <a:extLst>
              <a:ext uri="{FF2B5EF4-FFF2-40B4-BE49-F238E27FC236}">
                <a16:creationId xmlns:a16="http://schemas.microsoft.com/office/drawing/2014/main" id="{7B00B86F-A8F8-28C8-5C97-C535F87AC48E}"/>
              </a:ext>
            </a:extLst>
          </p:cNvPr>
          <p:cNvSpPr txBox="1"/>
          <p:nvPr/>
        </p:nvSpPr>
        <p:spPr>
          <a:xfrm>
            <a:off x="9524241" y="6466341"/>
            <a:ext cx="73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14 peças</a:t>
            </a:r>
          </a:p>
        </p:txBody>
      </p:sp>
      <p:sp>
        <p:nvSpPr>
          <p:cNvPr id="729" name="CaixaDeTexto 728">
            <a:extLst>
              <a:ext uri="{FF2B5EF4-FFF2-40B4-BE49-F238E27FC236}">
                <a16:creationId xmlns:a16="http://schemas.microsoft.com/office/drawing/2014/main" id="{D5138FE9-2610-E258-FE1C-4391F33CED70}"/>
              </a:ext>
            </a:extLst>
          </p:cNvPr>
          <p:cNvSpPr txBox="1"/>
          <p:nvPr/>
        </p:nvSpPr>
        <p:spPr>
          <a:xfrm>
            <a:off x="9224222" y="369228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R</a:t>
            </a:r>
          </a:p>
        </p:txBody>
      </p:sp>
      <p:sp>
        <p:nvSpPr>
          <p:cNvPr id="730" name="CaixaDeTexto 729">
            <a:extLst>
              <a:ext uri="{FF2B5EF4-FFF2-40B4-BE49-F238E27FC236}">
                <a16:creationId xmlns:a16="http://schemas.microsoft.com/office/drawing/2014/main" id="{4DC36329-0243-4567-7AA6-43D36839883E}"/>
              </a:ext>
            </a:extLst>
          </p:cNvPr>
          <p:cNvSpPr txBox="1"/>
          <p:nvPr/>
        </p:nvSpPr>
        <p:spPr>
          <a:xfrm>
            <a:off x="9224222" y="52048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L</a:t>
            </a:r>
          </a:p>
        </p:txBody>
      </p:sp>
      <p:sp>
        <p:nvSpPr>
          <p:cNvPr id="733" name="Retângulo 732">
            <a:extLst>
              <a:ext uri="{FF2B5EF4-FFF2-40B4-BE49-F238E27FC236}">
                <a16:creationId xmlns:a16="http://schemas.microsoft.com/office/drawing/2014/main" id="{010A6D5C-96FE-931B-F2B0-CC8389306467}"/>
              </a:ext>
            </a:extLst>
          </p:cNvPr>
          <p:cNvSpPr/>
          <p:nvPr/>
        </p:nvSpPr>
        <p:spPr>
          <a:xfrm>
            <a:off x="1016485" y="70046"/>
            <a:ext cx="2641294" cy="22946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37" name="CaixaDeTexto 736">
            <a:extLst>
              <a:ext uri="{FF2B5EF4-FFF2-40B4-BE49-F238E27FC236}">
                <a16:creationId xmlns:a16="http://schemas.microsoft.com/office/drawing/2014/main" id="{B993962C-2282-A896-1E3D-886F7EF8B6AB}"/>
              </a:ext>
            </a:extLst>
          </p:cNvPr>
          <p:cNvSpPr txBox="1"/>
          <p:nvPr/>
        </p:nvSpPr>
        <p:spPr>
          <a:xfrm rot="16200000">
            <a:off x="-78535" y="1444011"/>
            <a:ext cx="18586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Zona Carga/Descarga B</a:t>
            </a:r>
          </a:p>
        </p:txBody>
      </p:sp>
      <p:pic>
        <p:nvPicPr>
          <p:cNvPr id="886" name="Imagem 885">
            <a:extLst>
              <a:ext uri="{FF2B5EF4-FFF2-40B4-BE49-F238E27FC236}">
                <a16:creationId xmlns:a16="http://schemas.microsoft.com/office/drawing/2014/main" id="{27BA7DBD-8C5A-731C-37C2-8522E5758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686" y="251007"/>
            <a:ext cx="2219635" cy="1781424"/>
          </a:xfrm>
          <a:prstGeom prst="rect">
            <a:avLst/>
          </a:prstGeom>
        </p:spPr>
      </p:pic>
      <p:pic>
        <p:nvPicPr>
          <p:cNvPr id="891" name="Imagem 890">
            <a:extLst>
              <a:ext uri="{FF2B5EF4-FFF2-40B4-BE49-F238E27FC236}">
                <a16:creationId xmlns:a16="http://schemas.microsoft.com/office/drawing/2014/main" id="{FBF2AF69-89E7-2392-0559-A0C94E64D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3247" y="255770"/>
            <a:ext cx="2210108" cy="1771897"/>
          </a:xfrm>
          <a:prstGeom prst="rect">
            <a:avLst/>
          </a:prstGeom>
        </p:spPr>
      </p:pic>
      <p:sp>
        <p:nvSpPr>
          <p:cNvPr id="2425" name="Seta: Para Baixo 2424">
            <a:extLst>
              <a:ext uri="{FF2B5EF4-FFF2-40B4-BE49-F238E27FC236}">
                <a16:creationId xmlns:a16="http://schemas.microsoft.com/office/drawing/2014/main" id="{1C39920E-DE5A-22D2-3333-26DA6C47F93C}"/>
              </a:ext>
            </a:extLst>
          </p:cNvPr>
          <p:cNvSpPr/>
          <p:nvPr/>
        </p:nvSpPr>
        <p:spPr>
          <a:xfrm>
            <a:off x="3644608" y="34624"/>
            <a:ext cx="217696" cy="3918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26" name="Seta: Para Baixo 2425">
            <a:extLst>
              <a:ext uri="{FF2B5EF4-FFF2-40B4-BE49-F238E27FC236}">
                <a16:creationId xmlns:a16="http://schemas.microsoft.com/office/drawing/2014/main" id="{C55A9ABC-48B3-509F-FCCE-49D9B6C09B79}"/>
              </a:ext>
            </a:extLst>
          </p:cNvPr>
          <p:cNvSpPr/>
          <p:nvPr/>
        </p:nvSpPr>
        <p:spPr>
          <a:xfrm rot="10800000">
            <a:off x="741942" y="43944"/>
            <a:ext cx="217696" cy="391853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28" name="Retângulo 2427">
            <a:extLst>
              <a:ext uri="{FF2B5EF4-FFF2-40B4-BE49-F238E27FC236}">
                <a16:creationId xmlns:a16="http://schemas.microsoft.com/office/drawing/2014/main" id="{903C8ED2-56F9-9524-A65F-4476AE2D6FE3}"/>
              </a:ext>
            </a:extLst>
          </p:cNvPr>
          <p:cNvSpPr/>
          <p:nvPr/>
        </p:nvSpPr>
        <p:spPr>
          <a:xfrm>
            <a:off x="1004679" y="4338487"/>
            <a:ext cx="2641294" cy="23157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42" name="CaixaDeTexto 2641">
            <a:extLst>
              <a:ext uri="{FF2B5EF4-FFF2-40B4-BE49-F238E27FC236}">
                <a16:creationId xmlns:a16="http://schemas.microsoft.com/office/drawing/2014/main" id="{CED32A55-8C08-0983-2349-EA4F4C38656D}"/>
              </a:ext>
            </a:extLst>
          </p:cNvPr>
          <p:cNvSpPr txBox="1"/>
          <p:nvPr/>
        </p:nvSpPr>
        <p:spPr>
          <a:xfrm>
            <a:off x="522115" y="597163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FF0000"/>
                </a:solidFill>
              </a:rPr>
              <a:t>Out</a:t>
            </a:r>
          </a:p>
        </p:txBody>
      </p:sp>
      <p:sp>
        <p:nvSpPr>
          <p:cNvPr id="2643" name="CaixaDeTexto 2642">
            <a:extLst>
              <a:ext uri="{FF2B5EF4-FFF2-40B4-BE49-F238E27FC236}">
                <a16:creationId xmlns:a16="http://schemas.microsoft.com/office/drawing/2014/main" id="{4BD5CAEB-8BD0-ACB3-F22F-59CC89EC77D1}"/>
              </a:ext>
            </a:extLst>
          </p:cNvPr>
          <p:cNvSpPr txBox="1"/>
          <p:nvPr/>
        </p:nvSpPr>
        <p:spPr>
          <a:xfrm>
            <a:off x="3660447" y="599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In</a:t>
            </a:r>
          </a:p>
        </p:txBody>
      </p:sp>
      <p:sp>
        <p:nvSpPr>
          <p:cNvPr id="2644" name="Seta: Para Baixo 2643">
            <a:extLst>
              <a:ext uri="{FF2B5EF4-FFF2-40B4-BE49-F238E27FC236}">
                <a16:creationId xmlns:a16="http://schemas.microsoft.com/office/drawing/2014/main" id="{20728E68-603B-6CA4-88FF-3124DC735F40}"/>
              </a:ext>
            </a:extLst>
          </p:cNvPr>
          <p:cNvSpPr/>
          <p:nvPr/>
        </p:nvSpPr>
        <p:spPr>
          <a:xfrm rot="10800000">
            <a:off x="3738849" y="6324652"/>
            <a:ext cx="217696" cy="3918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45" name="Seta: Para Baixo 2644">
            <a:extLst>
              <a:ext uri="{FF2B5EF4-FFF2-40B4-BE49-F238E27FC236}">
                <a16:creationId xmlns:a16="http://schemas.microsoft.com/office/drawing/2014/main" id="{F7377054-2703-D2F4-CD90-7ABBE86B0488}"/>
              </a:ext>
            </a:extLst>
          </p:cNvPr>
          <p:cNvSpPr/>
          <p:nvPr/>
        </p:nvSpPr>
        <p:spPr>
          <a:xfrm>
            <a:off x="688672" y="6326219"/>
            <a:ext cx="217696" cy="391853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46" name="CaixaDeTexto 2645">
            <a:extLst>
              <a:ext uri="{FF2B5EF4-FFF2-40B4-BE49-F238E27FC236}">
                <a16:creationId xmlns:a16="http://schemas.microsoft.com/office/drawing/2014/main" id="{8070552B-3D75-2B2C-E5FF-8BF8DF35F8D0}"/>
              </a:ext>
            </a:extLst>
          </p:cNvPr>
          <p:cNvSpPr txBox="1"/>
          <p:nvPr/>
        </p:nvSpPr>
        <p:spPr>
          <a:xfrm rot="16200000">
            <a:off x="-88758" y="4962632"/>
            <a:ext cx="1865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Zona Carga/Descarga A</a:t>
            </a:r>
          </a:p>
        </p:txBody>
      </p:sp>
      <p:sp>
        <p:nvSpPr>
          <p:cNvPr id="2647" name="CaixaDeTexto 2646">
            <a:extLst>
              <a:ext uri="{FF2B5EF4-FFF2-40B4-BE49-F238E27FC236}">
                <a16:creationId xmlns:a16="http://schemas.microsoft.com/office/drawing/2014/main" id="{EBAC82AD-7413-8301-034D-8FEEEF672183}"/>
              </a:ext>
            </a:extLst>
          </p:cNvPr>
          <p:cNvSpPr txBox="1"/>
          <p:nvPr/>
        </p:nvSpPr>
        <p:spPr>
          <a:xfrm>
            <a:off x="7260528" y="16778"/>
            <a:ext cx="1941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Cenário 1 – Buffer 80</a:t>
            </a:r>
          </a:p>
        </p:txBody>
      </p:sp>
      <p:sp>
        <p:nvSpPr>
          <p:cNvPr id="2648" name="CaixaDeTexto 2647">
            <a:extLst>
              <a:ext uri="{FF2B5EF4-FFF2-40B4-BE49-F238E27FC236}">
                <a16:creationId xmlns:a16="http://schemas.microsoft.com/office/drawing/2014/main" id="{7EBD58C1-7EEF-26C3-6AC9-78DDD9F140BD}"/>
              </a:ext>
            </a:extLst>
          </p:cNvPr>
          <p:cNvSpPr txBox="1"/>
          <p:nvPr/>
        </p:nvSpPr>
        <p:spPr>
          <a:xfrm>
            <a:off x="9556784" y="16778"/>
            <a:ext cx="1941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Cenário 2 – Buffer 40</a:t>
            </a:r>
          </a:p>
        </p:txBody>
      </p:sp>
      <p:sp>
        <p:nvSpPr>
          <p:cNvPr id="2649" name="CaixaDeTexto 2648">
            <a:extLst>
              <a:ext uri="{FF2B5EF4-FFF2-40B4-BE49-F238E27FC236}">
                <a16:creationId xmlns:a16="http://schemas.microsoft.com/office/drawing/2014/main" id="{FB064018-1312-4B1D-EF34-D06689554D16}"/>
              </a:ext>
            </a:extLst>
          </p:cNvPr>
          <p:cNvSpPr txBox="1"/>
          <p:nvPr/>
        </p:nvSpPr>
        <p:spPr>
          <a:xfrm>
            <a:off x="9196693" y="2045905"/>
            <a:ext cx="2995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200" dirty="0"/>
              <a:t>Altura de suporte empilhado – 16mm</a:t>
            </a:r>
          </a:p>
          <a:p>
            <a:pPr algn="ctr"/>
            <a:r>
              <a:rPr lang="pt-PT" sz="1200" dirty="0"/>
              <a:t>Altura de 40 suportes empilhados – 640 mm</a:t>
            </a:r>
          </a:p>
        </p:txBody>
      </p:sp>
      <p:grpSp>
        <p:nvGrpSpPr>
          <p:cNvPr id="2661" name="Agrupar 2660">
            <a:extLst>
              <a:ext uri="{FF2B5EF4-FFF2-40B4-BE49-F238E27FC236}">
                <a16:creationId xmlns:a16="http://schemas.microsoft.com/office/drawing/2014/main" id="{F1714C54-41C1-6844-5D6B-AC0ABB726603}"/>
              </a:ext>
            </a:extLst>
          </p:cNvPr>
          <p:cNvGrpSpPr/>
          <p:nvPr/>
        </p:nvGrpSpPr>
        <p:grpSpPr>
          <a:xfrm>
            <a:off x="5041690" y="1132224"/>
            <a:ext cx="205924" cy="1114917"/>
            <a:chOff x="7149139" y="4589135"/>
            <a:chExt cx="205924" cy="1114917"/>
          </a:xfrm>
        </p:grpSpPr>
        <p:sp>
          <p:nvSpPr>
            <p:cNvPr id="2658" name="Retângulo 2657">
              <a:extLst>
                <a:ext uri="{FF2B5EF4-FFF2-40B4-BE49-F238E27FC236}">
                  <a16:creationId xmlns:a16="http://schemas.microsoft.com/office/drawing/2014/main" id="{900CEAD1-3274-F16E-BE91-B6704BD5965C}"/>
                </a:ext>
              </a:extLst>
            </p:cNvPr>
            <p:cNvSpPr/>
            <p:nvPr/>
          </p:nvSpPr>
          <p:spPr>
            <a:xfrm>
              <a:off x="7149139" y="4589135"/>
              <a:ext cx="205924" cy="111491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2650" name="Imagem 2649">
              <a:extLst>
                <a:ext uri="{FF2B5EF4-FFF2-40B4-BE49-F238E27FC236}">
                  <a16:creationId xmlns:a16="http://schemas.microsoft.com/office/drawing/2014/main" id="{C01BF0AF-F81C-1ECE-1A00-3E3549FFB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1605" y="4692385"/>
              <a:ext cx="206191" cy="127230"/>
            </a:xfrm>
            <a:prstGeom prst="rect">
              <a:avLst/>
            </a:prstGeom>
          </p:spPr>
        </p:pic>
        <p:pic>
          <p:nvPicPr>
            <p:cNvPr id="2651" name="Imagem 2650">
              <a:extLst>
                <a:ext uri="{FF2B5EF4-FFF2-40B4-BE49-F238E27FC236}">
                  <a16:creationId xmlns:a16="http://schemas.microsoft.com/office/drawing/2014/main" id="{E3F24DD2-7507-FEF5-549C-ED34A256E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1605" y="4947503"/>
              <a:ext cx="206191" cy="127230"/>
            </a:xfrm>
            <a:prstGeom prst="rect">
              <a:avLst/>
            </a:prstGeom>
          </p:spPr>
        </p:pic>
        <p:pic>
          <p:nvPicPr>
            <p:cNvPr id="2652" name="Imagem 2651">
              <a:extLst>
                <a:ext uri="{FF2B5EF4-FFF2-40B4-BE49-F238E27FC236}">
                  <a16:creationId xmlns:a16="http://schemas.microsoft.com/office/drawing/2014/main" id="{E165ED39-0A04-BF72-486E-4D3C5CE40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1604" y="5208132"/>
              <a:ext cx="206191" cy="127230"/>
            </a:xfrm>
            <a:prstGeom prst="rect">
              <a:avLst/>
            </a:prstGeom>
          </p:spPr>
        </p:pic>
        <p:pic>
          <p:nvPicPr>
            <p:cNvPr id="2653" name="Imagem 2652">
              <a:extLst>
                <a:ext uri="{FF2B5EF4-FFF2-40B4-BE49-F238E27FC236}">
                  <a16:creationId xmlns:a16="http://schemas.microsoft.com/office/drawing/2014/main" id="{7B2D30F2-893F-1B3D-3F8D-7545CD67B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1604" y="5463250"/>
              <a:ext cx="206191" cy="127230"/>
            </a:xfrm>
            <a:prstGeom prst="rect">
              <a:avLst/>
            </a:prstGeom>
          </p:spPr>
        </p:pic>
      </p:grpSp>
      <p:grpSp>
        <p:nvGrpSpPr>
          <p:cNvPr id="2660" name="Agrupar 2659">
            <a:extLst>
              <a:ext uri="{FF2B5EF4-FFF2-40B4-BE49-F238E27FC236}">
                <a16:creationId xmlns:a16="http://schemas.microsoft.com/office/drawing/2014/main" id="{C8FBE953-CF26-15EF-E312-54AA16DD2571}"/>
              </a:ext>
            </a:extLst>
          </p:cNvPr>
          <p:cNvGrpSpPr/>
          <p:nvPr/>
        </p:nvGrpSpPr>
        <p:grpSpPr>
          <a:xfrm>
            <a:off x="4599483" y="1132224"/>
            <a:ext cx="205924" cy="1114917"/>
            <a:chOff x="7593516" y="4589135"/>
            <a:chExt cx="205924" cy="1114917"/>
          </a:xfrm>
        </p:grpSpPr>
        <p:sp>
          <p:nvSpPr>
            <p:cNvPr id="2659" name="Retângulo 2658">
              <a:extLst>
                <a:ext uri="{FF2B5EF4-FFF2-40B4-BE49-F238E27FC236}">
                  <a16:creationId xmlns:a16="http://schemas.microsoft.com/office/drawing/2014/main" id="{846CF0F0-FAC1-E2E6-E09D-E7B25C8E15CD}"/>
                </a:ext>
              </a:extLst>
            </p:cNvPr>
            <p:cNvSpPr/>
            <p:nvPr/>
          </p:nvSpPr>
          <p:spPr>
            <a:xfrm>
              <a:off x="7593516" y="4589135"/>
              <a:ext cx="205924" cy="111491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2654" name="Imagem 2653">
              <a:extLst>
                <a:ext uri="{FF2B5EF4-FFF2-40B4-BE49-F238E27FC236}">
                  <a16:creationId xmlns:a16="http://schemas.microsoft.com/office/drawing/2014/main" id="{5C87A25F-D714-AFD4-D49A-12FB5AE68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596000" y="4688583"/>
              <a:ext cx="206191" cy="127230"/>
            </a:xfrm>
            <a:prstGeom prst="rect">
              <a:avLst/>
            </a:prstGeom>
          </p:spPr>
        </p:pic>
        <p:pic>
          <p:nvPicPr>
            <p:cNvPr id="2655" name="Imagem 2654">
              <a:extLst>
                <a:ext uri="{FF2B5EF4-FFF2-40B4-BE49-F238E27FC236}">
                  <a16:creationId xmlns:a16="http://schemas.microsoft.com/office/drawing/2014/main" id="{97B21871-5834-37B6-E8A0-AC8E1BACF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596000" y="4943701"/>
              <a:ext cx="206191" cy="127230"/>
            </a:xfrm>
            <a:prstGeom prst="rect">
              <a:avLst/>
            </a:prstGeom>
          </p:spPr>
        </p:pic>
        <p:pic>
          <p:nvPicPr>
            <p:cNvPr id="2656" name="Imagem 2655">
              <a:extLst>
                <a:ext uri="{FF2B5EF4-FFF2-40B4-BE49-F238E27FC236}">
                  <a16:creationId xmlns:a16="http://schemas.microsoft.com/office/drawing/2014/main" id="{1831A593-DCBC-AE76-0EF5-5696D6099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595999" y="5204330"/>
              <a:ext cx="206191" cy="127230"/>
            </a:xfrm>
            <a:prstGeom prst="rect">
              <a:avLst/>
            </a:prstGeom>
          </p:spPr>
        </p:pic>
        <p:pic>
          <p:nvPicPr>
            <p:cNvPr id="2657" name="Imagem 2656">
              <a:extLst>
                <a:ext uri="{FF2B5EF4-FFF2-40B4-BE49-F238E27FC236}">
                  <a16:creationId xmlns:a16="http://schemas.microsoft.com/office/drawing/2014/main" id="{25543F6F-3D75-E8C2-D3B8-97B8A826D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595999" y="5459448"/>
              <a:ext cx="206191" cy="127230"/>
            </a:xfrm>
            <a:prstGeom prst="rect">
              <a:avLst/>
            </a:prstGeom>
          </p:spPr>
        </p:pic>
      </p:grpSp>
      <p:cxnSp>
        <p:nvCxnSpPr>
          <p:cNvPr id="105" name="Conexão reta 104">
            <a:extLst>
              <a:ext uri="{FF2B5EF4-FFF2-40B4-BE49-F238E27FC236}">
                <a16:creationId xmlns:a16="http://schemas.microsoft.com/office/drawing/2014/main" id="{3551A022-3E3D-6169-4B92-8084FFA68666}"/>
              </a:ext>
            </a:extLst>
          </p:cNvPr>
          <p:cNvCxnSpPr>
            <a:cxnSpLocks/>
          </p:cNvCxnSpPr>
          <p:nvPr/>
        </p:nvCxnSpPr>
        <p:spPr>
          <a:xfrm>
            <a:off x="4095329" y="2238581"/>
            <a:ext cx="1620474" cy="0"/>
          </a:xfrm>
          <a:prstGeom prst="line">
            <a:avLst/>
          </a:prstGeom>
          <a:ln w="28575">
            <a:solidFill>
              <a:srgbClr val="1BE3E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6" name="Agrupar 1205">
            <a:extLst>
              <a:ext uri="{FF2B5EF4-FFF2-40B4-BE49-F238E27FC236}">
                <a16:creationId xmlns:a16="http://schemas.microsoft.com/office/drawing/2014/main" id="{ECEAB111-D3CC-D0AF-DBD3-B064FBA4B38F}"/>
              </a:ext>
            </a:extLst>
          </p:cNvPr>
          <p:cNvGrpSpPr/>
          <p:nvPr/>
        </p:nvGrpSpPr>
        <p:grpSpPr>
          <a:xfrm>
            <a:off x="1896782" y="1937003"/>
            <a:ext cx="2923877" cy="1471746"/>
            <a:chOff x="1161843" y="1835635"/>
            <a:chExt cx="2923877" cy="1471746"/>
          </a:xfrm>
        </p:grpSpPr>
        <p:sp>
          <p:nvSpPr>
            <p:cNvPr id="199" name="Retângulo 198">
              <a:extLst>
                <a:ext uri="{FF2B5EF4-FFF2-40B4-BE49-F238E27FC236}">
                  <a16:creationId xmlns:a16="http://schemas.microsoft.com/office/drawing/2014/main" id="{E68CCBBB-CD85-543D-599E-A2B29B075C71}"/>
                </a:ext>
              </a:extLst>
            </p:cNvPr>
            <p:cNvSpPr/>
            <p:nvPr/>
          </p:nvSpPr>
          <p:spPr>
            <a:xfrm rot="15090465">
              <a:off x="2115926" y="1974007"/>
              <a:ext cx="208495" cy="177269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0" name="Retângulo 199">
              <a:extLst>
                <a:ext uri="{FF2B5EF4-FFF2-40B4-BE49-F238E27FC236}">
                  <a16:creationId xmlns:a16="http://schemas.microsoft.com/office/drawing/2014/main" id="{F73A190F-7FFC-70FA-C863-742D574DA5C3}"/>
                </a:ext>
              </a:extLst>
            </p:cNvPr>
            <p:cNvSpPr/>
            <p:nvPr/>
          </p:nvSpPr>
          <p:spPr>
            <a:xfrm rot="14065231">
              <a:off x="3476076" y="1685423"/>
              <a:ext cx="159391" cy="10598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1" name="Retângulo 200">
              <a:extLst>
                <a:ext uri="{FF2B5EF4-FFF2-40B4-BE49-F238E27FC236}">
                  <a16:creationId xmlns:a16="http://schemas.microsoft.com/office/drawing/2014/main" id="{87050A4D-6143-5E5E-2583-90B0DC23C241}"/>
                </a:ext>
              </a:extLst>
            </p:cNvPr>
            <p:cNvSpPr/>
            <p:nvPr/>
          </p:nvSpPr>
          <p:spPr>
            <a:xfrm>
              <a:off x="3889920" y="1876011"/>
              <a:ext cx="150963" cy="2458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9891C43-A2D0-F57E-94BC-20B9B32E9B82}"/>
                </a:ext>
              </a:extLst>
            </p:cNvPr>
            <p:cNvSpPr/>
            <p:nvPr/>
          </p:nvSpPr>
          <p:spPr>
            <a:xfrm>
              <a:off x="1161843" y="2971417"/>
              <a:ext cx="337567" cy="33596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2BFD0ADA-47C7-FAAC-CABB-7D8EB3707A5A}"/>
                </a:ext>
              </a:extLst>
            </p:cNvPr>
            <p:cNvSpPr/>
            <p:nvPr/>
          </p:nvSpPr>
          <p:spPr>
            <a:xfrm>
              <a:off x="2949231" y="2410642"/>
              <a:ext cx="282923" cy="29791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9869FB82-E8A1-668B-F390-5BC1D85B2C35}"/>
                </a:ext>
              </a:extLst>
            </p:cNvPr>
            <p:cNvSpPr/>
            <p:nvPr/>
          </p:nvSpPr>
          <p:spPr>
            <a:xfrm>
              <a:off x="3876821" y="1835635"/>
              <a:ext cx="178534" cy="17315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7" name="Retângulo 356">
              <a:extLst>
                <a:ext uri="{FF2B5EF4-FFF2-40B4-BE49-F238E27FC236}">
                  <a16:creationId xmlns:a16="http://schemas.microsoft.com/office/drawing/2014/main" id="{D439D1CE-E73D-648A-2ADF-471D74E454FB}"/>
                </a:ext>
              </a:extLst>
            </p:cNvPr>
            <p:cNvSpPr/>
            <p:nvPr/>
          </p:nvSpPr>
          <p:spPr>
            <a:xfrm>
              <a:off x="3889920" y="2128651"/>
              <a:ext cx="150963" cy="589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58" name="Retângulo 357">
              <a:extLst>
                <a:ext uri="{FF2B5EF4-FFF2-40B4-BE49-F238E27FC236}">
                  <a16:creationId xmlns:a16="http://schemas.microsoft.com/office/drawing/2014/main" id="{77F7EF66-F04D-175B-406A-46FEA3BD9FE0}"/>
                </a:ext>
              </a:extLst>
            </p:cNvPr>
            <p:cNvSpPr/>
            <p:nvPr/>
          </p:nvSpPr>
          <p:spPr>
            <a:xfrm rot="5400000">
              <a:off x="3981378" y="220778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32" name="Retângulo 1131">
              <a:extLst>
                <a:ext uri="{FF2B5EF4-FFF2-40B4-BE49-F238E27FC236}">
                  <a16:creationId xmlns:a16="http://schemas.microsoft.com/office/drawing/2014/main" id="{0E1BE403-6C52-C42A-B75F-76C80CDBE6E4}"/>
                </a:ext>
              </a:extLst>
            </p:cNvPr>
            <p:cNvSpPr/>
            <p:nvPr/>
          </p:nvSpPr>
          <p:spPr>
            <a:xfrm rot="5400000">
              <a:off x="3882929" y="221075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B5BED60D-DEA6-18C6-D255-59463CC0C1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5137" y="2060935"/>
            <a:ext cx="2178184" cy="1782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96D3D55-2C4B-BE58-5955-8290F49960AE}"/>
              </a:ext>
            </a:extLst>
          </p:cNvPr>
          <p:cNvSpPr txBox="1"/>
          <p:nvPr/>
        </p:nvSpPr>
        <p:spPr>
          <a:xfrm>
            <a:off x="7233140" y="3810727"/>
            <a:ext cx="1941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Cenário 3 – Buffer 120</a:t>
            </a:r>
          </a:p>
        </p:txBody>
      </p:sp>
      <p:sp>
        <p:nvSpPr>
          <p:cNvPr id="1734" name="Retângulo 1733">
            <a:extLst>
              <a:ext uri="{FF2B5EF4-FFF2-40B4-BE49-F238E27FC236}">
                <a16:creationId xmlns:a16="http://schemas.microsoft.com/office/drawing/2014/main" id="{2170255F-4F9E-E059-B79F-CE4F86CEE677}"/>
              </a:ext>
            </a:extLst>
          </p:cNvPr>
          <p:cNvSpPr/>
          <p:nvPr/>
        </p:nvSpPr>
        <p:spPr>
          <a:xfrm rot="16200000">
            <a:off x="1884548" y="617635"/>
            <a:ext cx="2190061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40" name="Retângulo 1739">
            <a:extLst>
              <a:ext uri="{FF2B5EF4-FFF2-40B4-BE49-F238E27FC236}">
                <a16:creationId xmlns:a16="http://schemas.microsoft.com/office/drawing/2014/main" id="{A44B4A5B-CFAA-F4D1-A935-87984921C0A0}"/>
              </a:ext>
            </a:extLst>
          </p:cNvPr>
          <p:cNvSpPr/>
          <p:nvPr/>
        </p:nvSpPr>
        <p:spPr>
          <a:xfrm>
            <a:off x="3521316" y="454993"/>
            <a:ext cx="58852" cy="100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3" name="Retângulo 292">
            <a:extLst>
              <a:ext uri="{FF2B5EF4-FFF2-40B4-BE49-F238E27FC236}">
                <a16:creationId xmlns:a16="http://schemas.microsoft.com/office/drawing/2014/main" id="{337C26BB-59BD-B3A9-7B1D-4ED92EA1A051}"/>
              </a:ext>
            </a:extLst>
          </p:cNvPr>
          <p:cNvSpPr/>
          <p:nvPr/>
        </p:nvSpPr>
        <p:spPr>
          <a:xfrm rot="16200000">
            <a:off x="614914" y="614965"/>
            <a:ext cx="2190061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2633" name="Agrupar 2632">
            <a:extLst>
              <a:ext uri="{FF2B5EF4-FFF2-40B4-BE49-F238E27FC236}">
                <a16:creationId xmlns:a16="http://schemas.microsoft.com/office/drawing/2014/main" id="{3B5043FD-BFFA-B27C-0396-2590C9CE44B5}"/>
              </a:ext>
            </a:extLst>
          </p:cNvPr>
          <p:cNvGrpSpPr/>
          <p:nvPr/>
        </p:nvGrpSpPr>
        <p:grpSpPr>
          <a:xfrm>
            <a:off x="1102284" y="277843"/>
            <a:ext cx="1212107" cy="991505"/>
            <a:chOff x="1102284" y="277843"/>
            <a:chExt cx="1212107" cy="991505"/>
          </a:xfrm>
        </p:grpSpPr>
        <p:grpSp>
          <p:nvGrpSpPr>
            <p:cNvPr id="294" name="Agrupar 293">
              <a:extLst>
                <a:ext uri="{FF2B5EF4-FFF2-40B4-BE49-F238E27FC236}">
                  <a16:creationId xmlns:a16="http://schemas.microsoft.com/office/drawing/2014/main" id="{83078130-BAEE-EC60-911E-A3EC6DB0CC67}"/>
                </a:ext>
              </a:extLst>
            </p:cNvPr>
            <p:cNvGrpSpPr/>
            <p:nvPr/>
          </p:nvGrpSpPr>
          <p:grpSpPr>
            <a:xfrm rot="16200000">
              <a:off x="1203742" y="284345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295" name="Agrupar 294">
                <a:extLst>
                  <a:ext uri="{FF2B5EF4-FFF2-40B4-BE49-F238E27FC236}">
                    <a16:creationId xmlns:a16="http://schemas.microsoft.com/office/drawing/2014/main" id="{C1D183F0-A27C-B53D-7EB0-468BBA100A03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313" name="Retângulo: Cantos Arredondados 312">
                  <a:extLst>
                    <a:ext uri="{FF2B5EF4-FFF2-40B4-BE49-F238E27FC236}">
                      <a16:creationId xmlns:a16="http://schemas.microsoft.com/office/drawing/2014/main" id="{1A4E428E-0498-076A-4D3D-58701AED0DA9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14" name="Oval 710">
                  <a:extLst>
                    <a:ext uri="{FF2B5EF4-FFF2-40B4-BE49-F238E27FC236}">
                      <a16:creationId xmlns:a16="http://schemas.microsoft.com/office/drawing/2014/main" id="{97199CF9-A8A9-101F-82D3-2BD8E94A4F56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5" name="Oval 711">
                  <a:extLst>
                    <a:ext uri="{FF2B5EF4-FFF2-40B4-BE49-F238E27FC236}">
                      <a16:creationId xmlns:a16="http://schemas.microsoft.com/office/drawing/2014/main" id="{E0B528E0-9E9A-38FC-9E69-40BBC4366798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96" name="Agrupar 295">
                <a:extLst>
                  <a:ext uri="{FF2B5EF4-FFF2-40B4-BE49-F238E27FC236}">
                    <a16:creationId xmlns:a16="http://schemas.microsoft.com/office/drawing/2014/main" id="{A54800D3-A626-C936-F628-F73CC5E90512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99" name="Imagem 298">
                  <a:extLst>
                    <a:ext uri="{FF2B5EF4-FFF2-40B4-BE49-F238E27FC236}">
                      <a16:creationId xmlns:a16="http://schemas.microsoft.com/office/drawing/2014/main" id="{2C22F9B5-04DE-EFF7-5BE1-95AC279D4E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0" name="Imagem 299">
                  <a:extLst>
                    <a:ext uri="{FF2B5EF4-FFF2-40B4-BE49-F238E27FC236}">
                      <a16:creationId xmlns:a16="http://schemas.microsoft.com/office/drawing/2014/main" id="{F934BE80-C317-AFBE-6AF7-A3C98BBCF0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1" name="Imagem 300">
                  <a:extLst>
                    <a:ext uri="{FF2B5EF4-FFF2-40B4-BE49-F238E27FC236}">
                      <a16:creationId xmlns:a16="http://schemas.microsoft.com/office/drawing/2014/main" id="{1C32B200-BC5B-AB43-6898-6A923B613B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2" name="Imagem 301">
                  <a:extLst>
                    <a:ext uri="{FF2B5EF4-FFF2-40B4-BE49-F238E27FC236}">
                      <a16:creationId xmlns:a16="http://schemas.microsoft.com/office/drawing/2014/main" id="{6FD2EE2C-58B8-EB56-CB2F-9492A46A98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3" name="Imagem 302">
                  <a:extLst>
                    <a:ext uri="{FF2B5EF4-FFF2-40B4-BE49-F238E27FC236}">
                      <a16:creationId xmlns:a16="http://schemas.microsoft.com/office/drawing/2014/main" id="{5448C7CB-49BD-A380-E54F-69FB8BEA4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4" name="Imagem 303">
                  <a:extLst>
                    <a:ext uri="{FF2B5EF4-FFF2-40B4-BE49-F238E27FC236}">
                      <a16:creationId xmlns:a16="http://schemas.microsoft.com/office/drawing/2014/main" id="{877E3BD1-0E37-3973-ACF0-4AAE7DE1F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5" name="Imagem 304">
                  <a:extLst>
                    <a:ext uri="{FF2B5EF4-FFF2-40B4-BE49-F238E27FC236}">
                      <a16:creationId xmlns:a16="http://schemas.microsoft.com/office/drawing/2014/main" id="{98154841-217D-89FA-7B6D-D3C7AB542F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6" name="Imagem 305">
                  <a:extLst>
                    <a:ext uri="{FF2B5EF4-FFF2-40B4-BE49-F238E27FC236}">
                      <a16:creationId xmlns:a16="http://schemas.microsoft.com/office/drawing/2014/main" id="{70C1EB9A-246F-20B1-3AF0-03756A2D26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7" name="Imagem 306">
                  <a:extLst>
                    <a:ext uri="{FF2B5EF4-FFF2-40B4-BE49-F238E27FC236}">
                      <a16:creationId xmlns:a16="http://schemas.microsoft.com/office/drawing/2014/main" id="{B3CE7972-7145-20BD-01FE-68EEE2BE59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8" name="Imagem 307">
                  <a:extLst>
                    <a:ext uri="{FF2B5EF4-FFF2-40B4-BE49-F238E27FC236}">
                      <a16:creationId xmlns:a16="http://schemas.microsoft.com/office/drawing/2014/main" id="{663711CF-5A68-C3B7-C673-17725047FF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9" name="Imagem 308">
                  <a:extLst>
                    <a:ext uri="{FF2B5EF4-FFF2-40B4-BE49-F238E27FC236}">
                      <a16:creationId xmlns:a16="http://schemas.microsoft.com/office/drawing/2014/main" id="{59849AAA-62E6-11EE-25F0-30C065081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10" name="Imagem 309">
                  <a:extLst>
                    <a:ext uri="{FF2B5EF4-FFF2-40B4-BE49-F238E27FC236}">
                      <a16:creationId xmlns:a16="http://schemas.microsoft.com/office/drawing/2014/main" id="{2586568E-48CF-AED8-E300-5CED85CE6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11" name="Imagem 310">
                  <a:extLst>
                    <a:ext uri="{FF2B5EF4-FFF2-40B4-BE49-F238E27FC236}">
                      <a16:creationId xmlns:a16="http://schemas.microsoft.com/office/drawing/2014/main" id="{29DA060C-DCE1-75EC-0533-D21EF3F143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12" name="Imagem 311">
                  <a:extLst>
                    <a:ext uri="{FF2B5EF4-FFF2-40B4-BE49-F238E27FC236}">
                      <a16:creationId xmlns:a16="http://schemas.microsoft.com/office/drawing/2014/main" id="{03902530-1D27-7C6C-D56D-24D4E35C46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97" name="Oval 675">
                <a:extLst>
                  <a:ext uri="{FF2B5EF4-FFF2-40B4-BE49-F238E27FC236}">
                    <a16:creationId xmlns:a16="http://schemas.microsoft.com/office/drawing/2014/main" id="{D807AC34-DBBC-5863-5B83-24685B8B3C76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8" name="Oval 676">
                <a:extLst>
                  <a:ext uri="{FF2B5EF4-FFF2-40B4-BE49-F238E27FC236}">
                    <a16:creationId xmlns:a16="http://schemas.microsoft.com/office/drawing/2014/main" id="{39BA7B09-2D67-D336-D9B8-5D577EC98535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17" name="Agrupar 316">
              <a:extLst>
                <a:ext uri="{FF2B5EF4-FFF2-40B4-BE49-F238E27FC236}">
                  <a16:creationId xmlns:a16="http://schemas.microsoft.com/office/drawing/2014/main" id="{FCC865CB-5FA6-E899-1812-49513630B3D4}"/>
                </a:ext>
              </a:extLst>
            </p:cNvPr>
            <p:cNvGrpSpPr/>
            <p:nvPr/>
          </p:nvGrpSpPr>
          <p:grpSpPr>
            <a:xfrm rot="16200000">
              <a:off x="1791742" y="737403"/>
              <a:ext cx="443971" cy="526627"/>
              <a:chOff x="2294839" y="784451"/>
              <a:chExt cx="3791378" cy="5020547"/>
            </a:xfrm>
            <a:solidFill>
              <a:srgbClr val="ED7D31"/>
            </a:solidFill>
          </p:grpSpPr>
          <p:grpSp>
            <p:nvGrpSpPr>
              <p:cNvPr id="318" name="Agrupar 317">
                <a:extLst>
                  <a:ext uri="{FF2B5EF4-FFF2-40B4-BE49-F238E27FC236}">
                    <a16:creationId xmlns:a16="http://schemas.microsoft.com/office/drawing/2014/main" id="{D5A068A6-B317-402E-39F8-2AD9D6A11F6F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337" name="Retângulo: Cantos Arredondados 336">
                  <a:extLst>
                    <a:ext uri="{FF2B5EF4-FFF2-40B4-BE49-F238E27FC236}">
                      <a16:creationId xmlns:a16="http://schemas.microsoft.com/office/drawing/2014/main" id="{9007E79A-DC17-E36A-432D-7FBB49B78B38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38" name="Oval 710">
                  <a:extLst>
                    <a:ext uri="{FF2B5EF4-FFF2-40B4-BE49-F238E27FC236}">
                      <a16:creationId xmlns:a16="http://schemas.microsoft.com/office/drawing/2014/main" id="{240418A7-950A-F3CD-042B-82FEBAC484AE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9" name="Oval 711">
                  <a:extLst>
                    <a:ext uri="{FF2B5EF4-FFF2-40B4-BE49-F238E27FC236}">
                      <a16:creationId xmlns:a16="http://schemas.microsoft.com/office/drawing/2014/main" id="{9FE4ABFA-4DBD-80AF-7F7C-BFD2D7CC51C9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19" name="Agrupar 318">
                <a:extLst>
                  <a:ext uri="{FF2B5EF4-FFF2-40B4-BE49-F238E27FC236}">
                    <a16:creationId xmlns:a16="http://schemas.microsoft.com/office/drawing/2014/main" id="{B5E859EA-F189-D755-E23D-2964B41692CC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323" name="Imagem 322">
                  <a:extLst>
                    <a:ext uri="{FF2B5EF4-FFF2-40B4-BE49-F238E27FC236}">
                      <a16:creationId xmlns:a16="http://schemas.microsoft.com/office/drawing/2014/main" id="{06A8B60D-6486-20F1-C282-E805D62DB1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4" name="Imagem 323">
                  <a:extLst>
                    <a:ext uri="{FF2B5EF4-FFF2-40B4-BE49-F238E27FC236}">
                      <a16:creationId xmlns:a16="http://schemas.microsoft.com/office/drawing/2014/main" id="{3628BAA5-BDDE-0F37-1E6E-38BC0EF591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5" name="Imagem 324">
                  <a:extLst>
                    <a:ext uri="{FF2B5EF4-FFF2-40B4-BE49-F238E27FC236}">
                      <a16:creationId xmlns:a16="http://schemas.microsoft.com/office/drawing/2014/main" id="{1CB8B680-0467-49FB-20D9-D51D4B3095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6" name="Imagem 325">
                  <a:extLst>
                    <a:ext uri="{FF2B5EF4-FFF2-40B4-BE49-F238E27FC236}">
                      <a16:creationId xmlns:a16="http://schemas.microsoft.com/office/drawing/2014/main" id="{A015608F-2888-4B9F-A799-5C65EF2356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7" name="Imagem 326">
                  <a:extLst>
                    <a:ext uri="{FF2B5EF4-FFF2-40B4-BE49-F238E27FC236}">
                      <a16:creationId xmlns:a16="http://schemas.microsoft.com/office/drawing/2014/main" id="{9EE71706-0E12-E40E-A2BC-B0106CE55C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8" name="Imagem 327">
                  <a:extLst>
                    <a:ext uri="{FF2B5EF4-FFF2-40B4-BE49-F238E27FC236}">
                      <a16:creationId xmlns:a16="http://schemas.microsoft.com/office/drawing/2014/main" id="{E30D8DB8-9509-6DE3-055B-EBA252FFC7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9" name="Imagem 328">
                  <a:extLst>
                    <a:ext uri="{FF2B5EF4-FFF2-40B4-BE49-F238E27FC236}">
                      <a16:creationId xmlns:a16="http://schemas.microsoft.com/office/drawing/2014/main" id="{27E657A8-9713-8AB3-2596-77028F43A5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0" name="Imagem 329">
                  <a:extLst>
                    <a:ext uri="{FF2B5EF4-FFF2-40B4-BE49-F238E27FC236}">
                      <a16:creationId xmlns:a16="http://schemas.microsoft.com/office/drawing/2014/main" id="{2F587DED-1201-282A-0693-81F873F4E9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1" name="Imagem 330">
                  <a:extLst>
                    <a:ext uri="{FF2B5EF4-FFF2-40B4-BE49-F238E27FC236}">
                      <a16:creationId xmlns:a16="http://schemas.microsoft.com/office/drawing/2014/main" id="{93B60635-C24A-F8E1-130E-B7DBD5AE30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2" name="Imagem 331">
                  <a:extLst>
                    <a:ext uri="{FF2B5EF4-FFF2-40B4-BE49-F238E27FC236}">
                      <a16:creationId xmlns:a16="http://schemas.microsoft.com/office/drawing/2014/main" id="{22BF1CAC-F132-7426-4141-50D8D90685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3" name="Imagem 332">
                  <a:extLst>
                    <a:ext uri="{FF2B5EF4-FFF2-40B4-BE49-F238E27FC236}">
                      <a16:creationId xmlns:a16="http://schemas.microsoft.com/office/drawing/2014/main" id="{9B6E0B4C-4A8C-1F69-97BD-6AE0C90F6C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4" name="Imagem 333">
                  <a:extLst>
                    <a:ext uri="{FF2B5EF4-FFF2-40B4-BE49-F238E27FC236}">
                      <a16:creationId xmlns:a16="http://schemas.microsoft.com/office/drawing/2014/main" id="{1E39D92D-344C-369D-3849-6C1BDBB1BB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5" name="Imagem 334">
                  <a:extLst>
                    <a:ext uri="{FF2B5EF4-FFF2-40B4-BE49-F238E27FC236}">
                      <a16:creationId xmlns:a16="http://schemas.microsoft.com/office/drawing/2014/main" id="{8BFDE71E-EA78-241C-A59A-9B71369CA6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6" name="Imagem 335">
                  <a:extLst>
                    <a:ext uri="{FF2B5EF4-FFF2-40B4-BE49-F238E27FC236}">
                      <a16:creationId xmlns:a16="http://schemas.microsoft.com/office/drawing/2014/main" id="{71345CA7-1370-134B-2292-6C005E8C92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321" name="Oval 675">
                <a:extLst>
                  <a:ext uri="{FF2B5EF4-FFF2-40B4-BE49-F238E27FC236}">
                    <a16:creationId xmlns:a16="http://schemas.microsoft.com/office/drawing/2014/main" id="{5D726C10-480D-1E5F-8944-02A558AB27BD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2" name="Oval 676">
                <a:extLst>
                  <a:ext uri="{FF2B5EF4-FFF2-40B4-BE49-F238E27FC236}">
                    <a16:creationId xmlns:a16="http://schemas.microsoft.com/office/drawing/2014/main" id="{6BF091CD-AFE7-C495-A06E-B5D492F26F23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42" name="Agrupar 341">
              <a:extLst>
                <a:ext uri="{FF2B5EF4-FFF2-40B4-BE49-F238E27FC236}">
                  <a16:creationId xmlns:a16="http://schemas.microsoft.com/office/drawing/2014/main" id="{D56F2C6F-D423-14C9-2E78-137E446A2210}"/>
                </a:ext>
              </a:extLst>
            </p:cNvPr>
            <p:cNvGrpSpPr/>
            <p:nvPr/>
          </p:nvGrpSpPr>
          <p:grpSpPr>
            <a:xfrm rot="16200000">
              <a:off x="1203740" y="737403"/>
              <a:ext cx="443976" cy="526627"/>
              <a:chOff x="2294839" y="784451"/>
              <a:chExt cx="3791381" cy="5020547"/>
            </a:xfrm>
            <a:solidFill>
              <a:srgbClr val="ED7D31"/>
            </a:solidFill>
          </p:grpSpPr>
          <p:grpSp>
            <p:nvGrpSpPr>
              <p:cNvPr id="343" name="Agrupar 342">
                <a:extLst>
                  <a:ext uri="{FF2B5EF4-FFF2-40B4-BE49-F238E27FC236}">
                    <a16:creationId xmlns:a16="http://schemas.microsoft.com/office/drawing/2014/main" id="{B2D8B62F-9D8C-63D6-6281-06674733C549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81" cy="5020547"/>
                <a:chOff x="2296344" y="784461"/>
                <a:chExt cx="3791372" cy="5020584"/>
              </a:xfrm>
              <a:grpFill/>
            </p:grpSpPr>
            <p:sp>
              <p:nvSpPr>
                <p:cNvPr id="2186" name="Retângulo: Cantos Arredondados 2185">
                  <a:extLst>
                    <a:ext uri="{FF2B5EF4-FFF2-40B4-BE49-F238E27FC236}">
                      <a16:creationId xmlns:a16="http://schemas.microsoft.com/office/drawing/2014/main" id="{046E8BF7-4FEE-D962-9A5D-2DA7D1306AA9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187" name="Oval 710">
                  <a:extLst>
                    <a:ext uri="{FF2B5EF4-FFF2-40B4-BE49-F238E27FC236}">
                      <a16:creationId xmlns:a16="http://schemas.microsoft.com/office/drawing/2014/main" id="{3C4A4842-CF64-F23C-C03E-80621D083CAB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188" name="Oval 711">
                  <a:extLst>
                    <a:ext uri="{FF2B5EF4-FFF2-40B4-BE49-F238E27FC236}">
                      <a16:creationId xmlns:a16="http://schemas.microsoft.com/office/drawing/2014/main" id="{9788A115-CA83-0405-DCBE-E90B8830A159}"/>
                    </a:ext>
                  </a:extLst>
                </p:cNvPr>
                <p:cNvSpPr/>
                <p:nvPr/>
              </p:nvSpPr>
              <p:spPr>
                <a:xfrm>
                  <a:off x="5655716" y="3124161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344" name="Agrupar 343">
                <a:extLst>
                  <a:ext uri="{FF2B5EF4-FFF2-40B4-BE49-F238E27FC236}">
                    <a16:creationId xmlns:a16="http://schemas.microsoft.com/office/drawing/2014/main" id="{98353C7D-40ED-A5F3-C9EF-07FCC579DA04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348" name="Imagem 347">
                  <a:extLst>
                    <a:ext uri="{FF2B5EF4-FFF2-40B4-BE49-F238E27FC236}">
                      <a16:creationId xmlns:a16="http://schemas.microsoft.com/office/drawing/2014/main" id="{209BFC91-710C-135B-EED2-D3E5FF3C56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49" name="Imagem 348">
                  <a:extLst>
                    <a:ext uri="{FF2B5EF4-FFF2-40B4-BE49-F238E27FC236}">
                      <a16:creationId xmlns:a16="http://schemas.microsoft.com/office/drawing/2014/main" id="{61B24F01-2840-7A49-CF72-415D8BEC11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50" name="Imagem 349">
                  <a:extLst>
                    <a:ext uri="{FF2B5EF4-FFF2-40B4-BE49-F238E27FC236}">
                      <a16:creationId xmlns:a16="http://schemas.microsoft.com/office/drawing/2014/main" id="{C4ABF565-C402-00DC-5666-D7E449AEF5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51" name="Imagem 350">
                  <a:extLst>
                    <a:ext uri="{FF2B5EF4-FFF2-40B4-BE49-F238E27FC236}">
                      <a16:creationId xmlns:a16="http://schemas.microsoft.com/office/drawing/2014/main" id="{A903DAC5-BA48-3796-489B-B13DCA3830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76" name="Imagem 2175">
                  <a:extLst>
                    <a:ext uri="{FF2B5EF4-FFF2-40B4-BE49-F238E27FC236}">
                      <a16:creationId xmlns:a16="http://schemas.microsoft.com/office/drawing/2014/main" id="{7670251D-CEE4-15CC-0E24-2CFBDD650A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77" name="Imagem 2176">
                  <a:extLst>
                    <a:ext uri="{FF2B5EF4-FFF2-40B4-BE49-F238E27FC236}">
                      <a16:creationId xmlns:a16="http://schemas.microsoft.com/office/drawing/2014/main" id="{12D603A6-974F-94B0-3491-CB31B75F56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78" name="Imagem 2177">
                  <a:extLst>
                    <a:ext uri="{FF2B5EF4-FFF2-40B4-BE49-F238E27FC236}">
                      <a16:creationId xmlns:a16="http://schemas.microsoft.com/office/drawing/2014/main" id="{5498F251-2748-EB89-2404-36537C79C1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79" name="Imagem 2178">
                  <a:extLst>
                    <a:ext uri="{FF2B5EF4-FFF2-40B4-BE49-F238E27FC236}">
                      <a16:creationId xmlns:a16="http://schemas.microsoft.com/office/drawing/2014/main" id="{E90606DC-E4B3-112A-6A31-B4B3BAB64A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0" name="Imagem 2179">
                  <a:extLst>
                    <a:ext uri="{FF2B5EF4-FFF2-40B4-BE49-F238E27FC236}">
                      <a16:creationId xmlns:a16="http://schemas.microsoft.com/office/drawing/2014/main" id="{D218A243-B729-7AE1-6881-96A118C835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1" name="Imagem 2180">
                  <a:extLst>
                    <a:ext uri="{FF2B5EF4-FFF2-40B4-BE49-F238E27FC236}">
                      <a16:creationId xmlns:a16="http://schemas.microsoft.com/office/drawing/2014/main" id="{DB83933A-8019-E96E-044E-5C46EF7A21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2" name="Imagem 2181">
                  <a:extLst>
                    <a:ext uri="{FF2B5EF4-FFF2-40B4-BE49-F238E27FC236}">
                      <a16:creationId xmlns:a16="http://schemas.microsoft.com/office/drawing/2014/main" id="{4B131FBF-F138-E8D9-4ECE-3DB60E1F8F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3" name="Imagem 2182">
                  <a:extLst>
                    <a:ext uri="{FF2B5EF4-FFF2-40B4-BE49-F238E27FC236}">
                      <a16:creationId xmlns:a16="http://schemas.microsoft.com/office/drawing/2014/main" id="{E848F501-C177-9D2A-C57C-E3A78A3A79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4" name="Imagem 2183">
                  <a:extLst>
                    <a:ext uri="{FF2B5EF4-FFF2-40B4-BE49-F238E27FC236}">
                      <a16:creationId xmlns:a16="http://schemas.microsoft.com/office/drawing/2014/main" id="{CBC12873-6DDE-E0A8-A03D-40AC22E109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5" name="Imagem 2184">
                  <a:extLst>
                    <a:ext uri="{FF2B5EF4-FFF2-40B4-BE49-F238E27FC236}">
                      <a16:creationId xmlns:a16="http://schemas.microsoft.com/office/drawing/2014/main" id="{0035EA6A-B6DA-8FC3-95BE-A38123876C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346" name="Oval 675">
                <a:extLst>
                  <a:ext uri="{FF2B5EF4-FFF2-40B4-BE49-F238E27FC236}">
                    <a16:creationId xmlns:a16="http://schemas.microsoft.com/office/drawing/2014/main" id="{4189024D-2727-36AB-5E87-96CCEA441AB1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7" name="Oval 676">
                <a:extLst>
                  <a:ext uri="{FF2B5EF4-FFF2-40B4-BE49-F238E27FC236}">
                    <a16:creationId xmlns:a16="http://schemas.microsoft.com/office/drawing/2014/main" id="{D7DDA65E-5710-12AD-18D0-39BD7C4878D8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191" name="Agrupar 2190">
              <a:extLst>
                <a:ext uri="{FF2B5EF4-FFF2-40B4-BE49-F238E27FC236}">
                  <a16:creationId xmlns:a16="http://schemas.microsoft.com/office/drawing/2014/main" id="{4B4DB9C8-095B-25F1-FEB4-8CC6E3200869}"/>
                </a:ext>
              </a:extLst>
            </p:cNvPr>
            <p:cNvGrpSpPr/>
            <p:nvPr/>
          </p:nvGrpSpPr>
          <p:grpSpPr>
            <a:xfrm rot="16200000">
              <a:off x="1791741" y="284345"/>
              <a:ext cx="443973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2192" name="Agrupar 2191">
                <a:extLst>
                  <a:ext uri="{FF2B5EF4-FFF2-40B4-BE49-F238E27FC236}">
                    <a16:creationId xmlns:a16="http://schemas.microsoft.com/office/drawing/2014/main" id="{0B09724B-4169-385C-A38A-D5C8D734CA77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2211" name="Retângulo: Cantos Arredondados 2210">
                  <a:extLst>
                    <a:ext uri="{FF2B5EF4-FFF2-40B4-BE49-F238E27FC236}">
                      <a16:creationId xmlns:a16="http://schemas.microsoft.com/office/drawing/2014/main" id="{85E04BC0-0F82-69AB-A503-1C0B3B7E0093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16" name="Oval 710">
                  <a:extLst>
                    <a:ext uri="{FF2B5EF4-FFF2-40B4-BE49-F238E27FC236}">
                      <a16:creationId xmlns:a16="http://schemas.microsoft.com/office/drawing/2014/main" id="{3E0A4565-2874-B2E2-4928-65E05F297E8C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17" name="Oval 711">
                  <a:extLst>
                    <a:ext uri="{FF2B5EF4-FFF2-40B4-BE49-F238E27FC236}">
                      <a16:creationId xmlns:a16="http://schemas.microsoft.com/office/drawing/2014/main" id="{0B085F78-15AE-3ACD-D113-D91DB4E077AC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193" name="Agrupar 2192">
                <a:extLst>
                  <a:ext uri="{FF2B5EF4-FFF2-40B4-BE49-F238E27FC236}">
                    <a16:creationId xmlns:a16="http://schemas.microsoft.com/office/drawing/2014/main" id="{5D1B77A7-D167-7EBB-3EC5-B135624BED6F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196" name="Imagem 2195">
                  <a:extLst>
                    <a:ext uri="{FF2B5EF4-FFF2-40B4-BE49-F238E27FC236}">
                      <a16:creationId xmlns:a16="http://schemas.microsoft.com/office/drawing/2014/main" id="{37365B48-E54E-D48E-A47C-7D91D81C65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97" name="Imagem 2196">
                  <a:extLst>
                    <a:ext uri="{FF2B5EF4-FFF2-40B4-BE49-F238E27FC236}">
                      <a16:creationId xmlns:a16="http://schemas.microsoft.com/office/drawing/2014/main" id="{ADE0AA89-37B0-184C-F5A9-25316E7C1C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98" name="Imagem 2197">
                  <a:extLst>
                    <a:ext uri="{FF2B5EF4-FFF2-40B4-BE49-F238E27FC236}">
                      <a16:creationId xmlns:a16="http://schemas.microsoft.com/office/drawing/2014/main" id="{4E4899D4-D0B8-E302-1E98-F7AB4C485E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99" name="Imagem 2198">
                  <a:extLst>
                    <a:ext uri="{FF2B5EF4-FFF2-40B4-BE49-F238E27FC236}">
                      <a16:creationId xmlns:a16="http://schemas.microsoft.com/office/drawing/2014/main" id="{188048B5-EEE6-9986-1D2B-60477C21B2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0" name="Imagem 2199">
                  <a:extLst>
                    <a:ext uri="{FF2B5EF4-FFF2-40B4-BE49-F238E27FC236}">
                      <a16:creationId xmlns:a16="http://schemas.microsoft.com/office/drawing/2014/main" id="{BE228650-0343-B190-2BA3-198E9C245E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1" name="Imagem 2200">
                  <a:extLst>
                    <a:ext uri="{FF2B5EF4-FFF2-40B4-BE49-F238E27FC236}">
                      <a16:creationId xmlns:a16="http://schemas.microsoft.com/office/drawing/2014/main" id="{05031421-463E-23C1-6822-03948415B1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2" name="Imagem 2201">
                  <a:extLst>
                    <a:ext uri="{FF2B5EF4-FFF2-40B4-BE49-F238E27FC236}">
                      <a16:creationId xmlns:a16="http://schemas.microsoft.com/office/drawing/2014/main" id="{0A3E6F34-5B14-20C3-900E-9EC46D1CD6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3" name="Imagem 2202">
                  <a:extLst>
                    <a:ext uri="{FF2B5EF4-FFF2-40B4-BE49-F238E27FC236}">
                      <a16:creationId xmlns:a16="http://schemas.microsoft.com/office/drawing/2014/main" id="{7283CFC9-675D-F06C-76BD-119FAE6E8D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4" name="Imagem 2203">
                  <a:extLst>
                    <a:ext uri="{FF2B5EF4-FFF2-40B4-BE49-F238E27FC236}">
                      <a16:creationId xmlns:a16="http://schemas.microsoft.com/office/drawing/2014/main" id="{4AFC8E90-C57B-931D-3775-775488814C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5" name="Imagem 2204">
                  <a:extLst>
                    <a:ext uri="{FF2B5EF4-FFF2-40B4-BE49-F238E27FC236}">
                      <a16:creationId xmlns:a16="http://schemas.microsoft.com/office/drawing/2014/main" id="{92FF993F-6050-96BF-7DF9-F316092D48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6" name="Imagem 2205">
                  <a:extLst>
                    <a:ext uri="{FF2B5EF4-FFF2-40B4-BE49-F238E27FC236}">
                      <a16:creationId xmlns:a16="http://schemas.microsoft.com/office/drawing/2014/main" id="{3326D014-F383-1B64-016F-156FF2754C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7" name="Imagem 2206">
                  <a:extLst>
                    <a:ext uri="{FF2B5EF4-FFF2-40B4-BE49-F238E27FC236}">
                      <a16:creationId xmlns:a16="http://schemas.microsoft.com/office/drawing/2014/main" id="{F658CFFB-CE1C-5E88-F773-A19E132E93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8" name="Imagem 2207">
                  <a:extLst>
                    <a:ext uri="{FF2B5EF4-FFF2-40B4-BE49-F238E27FC236}">
                      <a16:creationId xmlns:a16="http://schemas.microsoft.com/office/drawing/2014/main" id="{221E48EE-2324-7095-EAE1-7DE1CD9D93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10" name="Imagem 2209">
                  <a:extLst>
                    <a:ext uri="{FF2B5EF4-FFF2-40B4-BE49-F238E27FC236}">
                      <a16:creationId xmlns:a16="http://schemas.microsoft.com/office/drawing/2014/main" id="{9BF25F17-C214-7D36-01EE-A715E45EB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194" name="Oval 675">
                <a:extLst>
                  <a:ext uri="{FF2B5EF4-FFF2-40B4-BE49-F238E27FC236}">
                    <a16:creationId xmlns:a16="http://schemas.microsoft.com/office/drawing/2014/main" id="{C12C5306-00F0-F9B0-07DA-22D70A191275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95" name="Oval 676">
                <a:extLst>
                  <a:ext uri="{FF2B5EF4-FFF2-40B4-BE49-F238E27FC236}">
                    <a16:creationId xmlns:a16="http://schemas.microsoft.com/office/drawing/2014/main" id="{BFBDBFFE-7029-2F4E-EABC-92134D52F465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626" name="Retângulo 2625">
              <a:extLst>
                <a:ext uri="{FF2B5EF4-FFF2-40B4-BE49-F238E27FC236}">
                  <a16:creationId xmlns:a16="http://schemas.microsoft.com/office/drawing/2014/main" id="{828A5E1A-332A-B9CC-DEB4-3E3F4CB3FFC6}"/>
                </a:ext>
              </a:extLst>
            </p:cNvPr>
            <p:cNvSpPr/>
            <p:nvPr/>
          </p:nvSpPr>
          <p:spPr>
            <a:xfrm>
              <a:off x="1104440" y="1191849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9" name="Retângulo 2628">
              <a:extLst>
                <a:ext uri="{FF2B5EF4-FFF2-40B4-BE49-F238E27FC236}">
                  <a16:creationId xmlns:a16="http://schemas.microsoft.com/office/drawing/2014/main" id="{A5F89B46-9464-85BB-FD0E-F02A9E362CED}"/>
                </a:ext>
              </a:extLst>
            </p:cNvPr>
            <p:cNvSpPr/>
            <p:nvPr/>
          </p:nvSpPr>
          <p:spPr>
            <a:xfrm>
              <a:off x="1109127" y="738912"/>
              <a:ext cx="1205264" cy="6619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0" name="Retângulo 2629">
              <a:extLst>
                <a:ext uri="{FF2B5EF4-FFF2-40B4-BE49-F238E27FC236}">
                  <a16:creationId xmlns:a16="http://schemas.microsoft.com/office/drawing/2014/main" id="{A4902294-AD0B-54C4-BCB5-EBD3E267F18E}"/>
                </a:ext>
              </a:extLst>
            </p:cNvPr>
            <p:cNvSpPr/>
            <p:nvPr/>
          </p:nvSpPr>
          <p:spPr>
            <a:xfrm>
              <a:off x="1102284" y="277843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632" name="Agrupar 2631">
            <a:extLst>
              <a:ext uri="{FF2B5EF4-FFF2-40B4-BE49-F238E27FC236}">
                <a16:creationId xmlns:a16="http://schemas.microsoft.com/office/drawing/2014/main" id="{544B8305-2C37-A73E-5327-6EB85EEE913F}"/>
              </a:ext>
            </a:extLst>
          </p:cNvPr>
          <p:cNvGrpSpPr/>
          <p:nvPr/>
        </p:nvGrpSpPr>
        <p:grpSpPr>
          <a:xfrm>
            <a:off x="2370745" y="280076"/>
            <a:ext cx="1212209" cy="998901"/>
            <a:chOff x="2370745" y="280076"/>
            <a:chExt cx="1212209" cy="998901"/>
          </a:xfrm>
        </p:grpSpPr>
        <p:grpSp>
          <p:nvGrpSpPr>
            <p:cNvPr id="1738" name="Agrupar 1737">
              <a:extLst>
                <a:ext uri="{FF2B5EF4-FFF2-40B4-BE49-F238E27FC236}">
                  <a16:creationId xmlns:a16="http://schemas.microsoft.com/office/drawing/2014/main" id="{EF58A79B-472B-B4B9-6A38-EC6FCF6FC008}"/>
                </a:ext>
              </a:extLst>
            </p:cNvPr>
            <p:cNvGrpSpPr/>
            <p:nvPr/>
          </p:nvGrpSpPr>
          <p:grpSpPr>
            <a:xfrm rot="16200000">
              <a:off x="2472534" y="290148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673" name="Agrupar 672">
                <a:extLst>
                  <a:ext uri="{FF2B5EF4-FFF2-40B4-BE49-F238E27FC236}">
                    <a16:creationId xmlns:a16="http://schemas.microsoft.com/office/drawing/2014/main" id="{16606CD6-CE53-C19A-93CD-2DAA9056AF3F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710" name="Retângulo: Cantos Arredondados 709">
                  <a:extLst>
                    <a:ext uri="{FF2B5EF4-FFF2-40B4-BE49-F238E27FC236}">
                      <a16:creationId xmlns:a16="http://schemas.microsoft.com/office/drawing/2014/main" id="{18F17BAB-91D0-4B82-AEBF-A565C3B3F1AD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711" name="Oval 710">
                  <a:extLst>
                    <a:ext uri="{FF2B5EF4-FFF2-40B4-BE49-F238E27FC236}">
                      <a16:creationId xmlns:a16="http://schemas.microsoft.com/office/drawing/2014/main" id="{3D675700-5020-22E3-70E3-0640192A6F0D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2" name="Oval 711">
                  <a:extLst>
                    <a:ext uri="{FF2B5EF4-FFF2-40B4-BE49-F238E27FC236}">
                      <a16:creationId xmlns:a16="http://schemas.microsoft.com/office/drawing/2014/main" id="{24645089-F7B1-6B1C-20A5-752CD80CD929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674" name="Agrupar 673">
                <a:extLst>
                  <a:ext uri="{FF2B5EF4-FFF2-40B4-BE49-F238E27FC236}">
                    <a16:creationId xmlns:a16="http://schemas.microsoft.com/office/drawing/2014/main" id="{94B9CA86-8D40-80FC-0F14-244BCDFBEDE6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678" name="Imagem 677">
                  <a:extLst>
                    <a:ext uri="{FF2B5EF4-FFF2-40B4-BE49-F238E27FC236}">
                      <a16:creationId xmlns:a16="http://schemas.microsoft.com/office/drawing/2014/main" id="{DE5867F6-97FB-13AF-67A0-B8E3E4855C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79" name="Imagem 678">
                  <a:extLst>
                    <a:ext uri="{FF2B5EF4-FFF2-40B4-BE49-F238E27FC236}">
                      <a16:creationId xmlns:a16="http://schemas.microsoft.com/office/drawing/2014/main" id="{5FE6F135-E105-4954-6FED-CDE74AE4F5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0" name="Imagem 679">
                  <a:extLst>
                    <a:ext uri="{FF2B5EF4-FFF2-40B4-BE49-F238E27FC236}">
                      <a16:creationId xmlns:a16="http://schemas.microsoft.com/office/drawing/2014/main" id="{A98A33FF-5395-995D-703C-D8D1F6EDD8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1" name="Imagem 680">
                  <a:extLst>
                    <a:ext uri="{FF2B5EF4-FFF2-40B4-BE49-F238E27FC236}">
                      <a16:creationId xmlns:a16="http://schemas.microsoft.com/office/drawing/2014/main" id="{DF9FB941-6262-B855-FADF-462AF76506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2" name="Imagem 681">
                  <a:extLst>
                    <a:ext uri="{FF2B5EF4-FFF2-40B4-BE49-F238E27FC236}">
                      <a16:creationId xmlns:a16="http://schemas.microsoft.com/office/drawing/2014/main" id="{62AB31E5-D6BB-0F8B-E20C-635C6DF03F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3" name="Imagem 682">
                  <a:extLst>
                    <a:ext uri="{FF2B5EF4-FFF2-40B4-BE49-F238E27FC236}">
                      <a16:creationId xmlns:a16="http://schemas.microsoft.com/office/drawing/2014/main" id="{E6E2C54B-DE9F-4FF8-2428-87E2E56C7B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4" name="Imagem 683">
                  <a:extLst>
                    <a:ext uri="{FF2B5EF4-FFF2-40B4-BE49-F238E27FC236}">
                      <a16:creationId xmlns:a16="http://schemas.microsoft.com/office/drawing/2014/main" id="{FCC5F717-1F7D-9AC3-D04F-2CCDF92D41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5" name="Imagem 684">
                  <a:extLst>
                    <a:ext uri="{FF2B5EF4-FFF2-40B4-BE49-F238E27FC236}">
                      <a16:creationId xmlns:a16="http://schemas.microsoft.com/office/drawing/2014/main" id="{B94BB79A-0AFB-0452-2279-AAF49A4F2A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1" name="Imagem 700">
                  <a:extLst>
                    <a:ext uri="{FF2B5EF4-FFF2-40B4-BE49-F238E27FC236}">
                      <a16:creationId xmlns:a16="http://schemas.microsoft.com/office/drawing/2014/main" id="{3CB10146-7977-F7C4-2C2B-64266B30E6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4" name="Imagem 703">
                  <a:extLst>
                    <a:ext uri="{FF2B5EF4-FFF2-40B4-BE49-F238E27FC236}">
                      <a16:creationId xmlns:a16="http://schemas.microsoft.com/office/drawing/2014/main" id="{12AB03CA-2A91-1306-0C04-7BE7207484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5" name="Imagem 704">
                  <a:extLst>
                    <a:ext uri="{FF2B5EF4-FFF2-40B4-BE49-F238E27FC236}">
                      <a16:creationId xmlns:a16="http://schemas.microsoft.com/office/drawing/2014/main" id="{1F235786-2A4C-C079-3D30-9782B8F002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7" name="Imagem 706">
                  <a:extLst>
                    <a:ext uri="{FF2B5EF4-FFF2-40B4-BE49-F238E27FC236}">
                      <a16:creationId xmlns:a16="http://schemas.microsoft.com/office/drawing/2014/main" id="{BF9E1C43-651D-B64F-B2DD-4AFAB77FA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8" name="Imagem 707">
                  <a:extLst>
                    <a:ext uri="{FF2B5EF4-FFF2-40B4-BE49-F238E27FC236}">
                      <a16:creationId xmlns:a16="http://schemas.microsoft.com/office/drawing/2014/main" id="{A56A9A51-594E-9517-058C-3667344DA5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9" name="Imagem 708">
                  <a:extLst>
                    <a:ext uri="{FF2B5EF4-FFF2-40B4-BE49-F238E27FC236}">
                      <a16:creationId xmlns:a16="http://schemas.microsoft.com/office/drawing/2014/main" id="{B6B50A48-46F5-4622-D881-38AE8AEC2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676" name="Oval 675">
                <a:extLst>
                  <a:ext uri="{FF2B5EF4-FFF2-40B4-BE49-F238E27FC236}">
                    <a16:creationId xmlns:a16="http://schemas.microsoft.com/office/drawing/2014/main" id="{3A453879-B6D5-84E6-7951-5CC7293ED038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7" name="Oval 676">
                <a:extLst>
                  <a:ext uri="{FF2B5EF4-FFF2-40B4-BE49-F238E27FC236}">
                    <a16:creationId xmlns:a16="http://schemas.microsoft.com/office/drawing/2014/main" id="{B0C18199-D6CB-685E-FA69-7006C4D483BE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id="{0158FAE4-C7BF-5E55-702F-1B4CECDD0722}"/>
                </a:ext>
              </a:extLst>
            </p:cNvPr>
            <p:cNvGrpSpPr/>
            <p:nvPr/>
          </p:nvGrpSpPr>
          <p:grpSpPr>
            <a:xfrm rot="16200000">
              <a:off x="3060537" y="743215"/>
              <a:ext cx="443971" cy="526627"/>
              <a:chOff x="2294843" y="784451"/>
              <a:chExt cx="3791374" cy="5020547"/>
            </a:xfrm>
            <a:solidFill>
              <a:srgbClr val="ED7D31"/>
            </a:solidFill>
          </p:grpSpPr>
          <p:grpSp>
            <p:nvGrpSpPr>
              <p:cNvPr id="58" name="Agrupar 57">
                <a:extLst>
                  <a:ext uri="{FF2B5EF4-FFF2-40B4-BE49-F238E27FC236}">
                    <a16:creationId xmlns:a16="http://schemas.microsoft.com/office/drawing/2014/main" id="{80CC92FF-40DA-344C-A210-B5A34DD05987}"/>
                  </a:ext>
                </a:extLst>
              </p:cNvPr>
              <p:cNvGrpSpPr/>
              <p:nvPr/>
            </p:nvGrpSpPr>
            <p:grpSpPr>
              <a:xfrm>
                <a:off x="2294843" y="784451"/>
                <a:ext cx="3791374" cy="5020547"/>
                <a:chOff x="2296348" y="784461"/>
                <a:chExt cx="3791365" cy="5020584"/>
              </a:xfrm>
              <a:grpFill/>
            </p:grpSpPr>
            <p:sp>
              <p:nvSpPr>
                <p:cNvPr id="1964" name="Retângulo: Cantos Arredondados 1963">
                  <a:extLst>
                    <a:ext uri="{FF2B5EF4-FFF2-40B4-BE49-F238E27FC236}">
                      <a16:creationId xmlns:a16="http://schemas.microsoft.com/office/drawing/2014/main" id="{9BFE85B6-7131-4876-29EA-E57CB36ECA81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965" name="Oval 710">
                  <a:extLst>
                    <a:ext uri="{FF2B5EF4-FFF2-40B4-BE49-F238E27FC236}">
                      <a16:creationId xmlns:a16="http://schemas.microsoft.com/office/drawing/2014/main" id="{86F678DD-67D8-F413-8B03-F99C11D1DEA8}"/>
                    </a:ext>
                  </a:extLst>
                </p:cNvPr>
                <p:cNvSpPr/>
                <p:nvPr/>
              </p:nvSpPr>
              <p:spPr>
                <a:xfrm>
                  <a:off x="2296348" y="3078744"/>
                  <a:ext cx="431996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66" name="Oval 711">
                  <a:extLst>
                    <a:ext uri="{FF2B5EF4-FFF2-40B4-BE49-F238E27FC236}">
                      <a16:creationId xmlns:a16="http://schemas.microsoft.com/office/drawing/2014/main" id="{9B8FB8FF-F990-3D92-231C-D88B385E202A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DA0C9FFB-CA2D-63EB-4945-A5563EA0334E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63" name="Imagem 62">
                  <a:extLst>
                    <a:ext uri="{FF2B5EF4-FFF2-40B4-BE49-F238E27FC236}">
                      <a16:creationId xmlns:a16="http://schemas.microsoft.com/office/drawing/2014/main" id="{844F89A8-2C87-2C90-ADDB-6B4D02BF99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8" name="Imagem 107">
                  <a:extLst>
                    <a:ext uri="{FF2B5EF4-FFF2-40B4-BE49-F238E27FC236}">
                      <a16:creationId xmlns:a16="http://schemas.microsoft.com/office/drawing/2014/main" id="{4FCA4AF4-6061-FCAC-6530-039910CA32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2" name="Imagem 1951">
                  <a:extLst>
                    <a:ext uri="{FF2B5EF4-FFF2-40B4-BE49-F238E27FC236}">
                      <a16:creationId xmlns:a16="http://schemas.microsoft.com/office/drawing/2014/main" id="{E5BEAF33-D69A-96AE-BBD8-3C75C994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3" name="Imagem 1952">
                  <a:extLst>
                    <a:ext uri="{FF2B5EF4-FFF2-40B4-BE49-F238E27FC236}">
                      <a16:creationId xmlns:a16="http://schemas.microsoft.com/office/drawing/2014/main" id="{C209933C-4EC5-FF49-67F0-D5E020B4A1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4" name="Imagem 1953">
                  <a:extLst>
                    <a:ext uri="{FF2B5EF4-FFF2-40B4-BE49-F238E27FC236}">
                      <a16:creationId xmlns:a16="http://schemas.microsoft.com/office/drawing/2014/main" id="{07B2BBEE-635D-AA19-3615-159483353C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5" name="Imagem 1954">
                  <a:extLst>
                    <a:ext uri="{FF2B5EF4-FFF2-40B4-BE49-F238E27FC236}">
                      <a16:creationId xmlns:a16="http://schemas.microsoft.com/office/drawing/2014/main" id="{C3D8AF68-77CA-A5E8-52E2-7959260B1D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6" name="Imagem 1955">
                  <a:extLst>
                    <a:ext uri="{FF2B5EF4-FFF2-40B4-BE49-F238E27FC236}">
                      <a16:creationId xmlns:a16="http://schemas.microsoft.com/office/drawing/2014/main" id="{16A53BFB-87F6-0359-F90A-6DDFE1958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7" name="Imagem 1956">
                  <a:extLst>
                    <a:ext uri="{FF2B5EF4-FFF2-40B4-BE49-F238E27FC236}">
                      <a16:creationId xmlns:a16="http://schemas.microsoft.com/office/drawing/2014/main" id="{1D67D3B9-B0FB-AB46-6A3F-BDA5AFB7CA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8" name="Imagem 1957">
                  <a:extLst>
                    <a:ext uri="{FF2B5EF4-FFF2-40B4-BE49-F238E27FC236}">
                      <a16:creationId xmlns:a16="http://schemas.microsoft.com/office/drawing/2014/main" id="{D242FF1E-8F98-D6C6-D03C-B5D56A13EE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9" name="Imagem 1958">
                  <a:extLst>
                    <a:ext uri="{FF2B5EF4-FFF2-40B4-BE49-F238E27FC236}">
                      <a16:creationId xmlns:a16="http://schemas.microsoft.com/office/drawing/2014/main" id="{986C7F32-B4ED-F407-F2FC-CD7A51FF22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0" name="Imagem 1959">
                  <a:extLst>
                    <a:ext uri="{FF2B5EF4-FFF2-40B4-BE49-F238E27FC236}">
                      <a16:creationId xmlns:a16="http://schemas.microsoft.com/office/drawing/2014/main" id="{C0D81DB8-4CC3-F393-60D2-E81D9286D6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1" name="Imagem 1960">
                  <a:extLst>
                    <a:ext uri="{FF2B5EF4-FFF2-40B4-BE49-F238E27FC236}">
                      <a16:creationId xmlns:a16="http://schemas.microsoft.com/office/drawing/2014/main" id="{1A318385-8FFD-0213-44C2-B5B367AEB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2" name="Imagem 1961">
                  <a:extLst>
                    <a:ext uri="{FF2B5EF4-FFF2-40B4-BE49-F238E27FC236}">
                      <a16:creationId xmlns:a16="http://schemas.microsoft.com/office/drawing/2014/main" id="{D4B945AE-C14F-8849-8DC6-ABF2EE922A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3" name="Imagem 1962">
                  <a:extLst>
                    <a:ext uri="{FF2B5EF4-FFF2-40B4-BE49-F238E27FC236}">
                      <a16:creationId xmlns:a16="http://schemas.microsoft.com/office/drawing/2014/main" id="{C0F5D0F5-2357-5B5F-E658-D8E75BAE4F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61" name="Oval 675">
                <a:extLst>
                  <a:ext uri="{FF2B5EF4-FFF2-40B4-BE49-F238E27FC236}">
                    <a16:creationId xmlns:a16="http://schemas.microsoft.com/office/drawing/2014/main" id="{89E927AD-D9E1-430B-8B7C-88EE507AE51E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Oval 676">
                <a:extLst>
                  <a:ext uri="{FF2B5EF4-FFF2-40B4-BE49-F238E27FC236}">
                    <a16:creationId xmlns:a16="http://schemas.microsoft.com/office/drawing/2014/main" id="{8B17677D-2C57-70E0-C524-B1477D217F92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969" name="Agrupar 1968">
              <a:extLst>
                <a:ext uri="{FF2B5EF4-FFF2-40B4-BE49-F238E27FC236}">
                  <a16:creationId xmlns:a16="http://schemas.microsoft.com/office/drawing/2014/main" id="{B7431790-A4FB-845C-58E7-2AF524D91738}"/>
                </a:ext>
              </a:extLst>
            </p:cNvPr>
            <p:cNvGrpSpPr/>
            <p:nvPr/>
          </p:nvGrpSpPr>
          <p:grpSpPr>
            <a:xfrm rot="16200000">
              <a:off x="2472536" y="743209"/>
              <a:ext cx="443974" cy="526627"/>
              <a:chOff x="2294839" y="784451"/>
              <a:chExt cx="3791378" cy="5020547"/>
            </a:xfrm>
            <a:solidFill>
              <a:srgbClr val="ED7D31"/>
            </a:solidFill>
          </p:grpSpPr>
          <p:grpSp>
            <p:nvGrpSpPr>
              <p:cNvPr id="1970" name="Agrupar 1969">
                <a:extLst>
                  <a:ext uri="{FF2B5EF4-FFF2-40B4-BE49-F238E27FC236}">
                    <a16:creationId xmlns:a16="http://schemas.microsoft.com/office/drawing/2014/main" id="{4645E326-4B76-3223-ED62-E7B675F227DF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229" name="Retângulo: Cantos Arredondados 228">
                  <a:extLst>
                    <a:ext uri="{FF2B5EF4-FFF2-40B4-BE49-F238E27FC236}">
                      <a16:creationId xmlns:a16="http://schemas.microsoft.com/office/drawing/2014/main" id="{F476EB7B-66C1-F28E-C575-4F0B0788AB58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30" name="Oval 710">
                  <a:extLst>
                    <a:ext uri="{FF2B5EF4-FFF2-40B4-BE49-F238E27FC236}">
                      <a16:creationId xmlns:a16="http://schemas.microsoft.com/office/drawing/2014/main" id="{0495EE4A-0C59-FFF5-C37D-05E1958D1D7C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1" name="Oval 711">
                  <a:extLst>
                    <a:ext uri="{FF2B5EF4-FFF2-40B4-BE49-F238E27FC236}">
                      <a16:creationId xmlns:a16="http://schemas.microsoft.com/office/drawing/2014/main" id="{FE1AD9C8-67F1-6C95-DB34-CEE89BC62C73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971" name="Agrupar 1970">
                <a:extLst>
                  <a:ext uri="{FF2B5EF4-FFF2-40B4-BE49-F238E27FC236}">
                    <a16:creationId xmlns:a16="http://schemas.microsoft.com/office/drawing/2014/main" id="{40A7381E-3171-657E-D253-1F70819040B4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1975" name="Imagem 1974">
                  <a:extLst>
                    <a:ext uri="{FF2B5EF4-FFF2-40B4-BE49-F238E27FC236}">
                      <a16:creationId xmlns:a16="http://schemas.microsoft.com/office/drawing/2014/main" id="{297AF7D0-7429-CC86-A9B4-DA529776BE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76" name="Imagem 1975">
                  <a:extLst>
                    <a:ext uri="{FF2B5EF4-FFF2-40B4-BE49-F238E27FC236}">
                      <a16:creationId xmlns:a16="http://schemas.microsoft.com/office/drawing/2014/main" id="{1A9EF52E-497C-BC4B-D120-AE234CACDF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77" name="Imagem 1976">
                  <a:extLst>
                    <a:ext uri="{FF2B5EF4-FFF2-40B4-BE49-F238E27FC236}">
                      <a16:creationId xmlns:a16="http://schemas.microsoft.com/office/drawing/2014/main" id="{A80909DC-BC4E-B7A9-6AC4-D8ECF492B1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78" name="Imagem 1977">
                  <a:extLst>
                    <a:ext uri="{FF2B5EF4-FFF2-40B4-BE49-F238E27FC236}">
                      <a16:creationId xmlns:a16="http://schemas.microsoft.com/office/drawing/2014/main" id="{A3B2A8DA-E67A-9813-8926-714716211C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79" name="Imagem 1978">
                  <a:extLst>
                    <a:ext uri="{FF2B5EF4-FFF2-40B4-BE49-F238E27FC236}">
                      <a16:creationId xmlns:a16="http://schemas.microsoft.com/office/drawing/2014/main" id="{B7DDCB04-19B1-A689-7E7D-9202BD58BD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80" name="Imagem 1979">
                  <a:extLst>
                    <a:ext uri="{FF2B5EF4-FFF2-40B4-BE49-F238E27FC236}">
                      <a16:creationId xmlns:a16="http://schemas.microsoft.com/office/drawing/2014/main" id="{3D4895C6-9132-E711-04CA-5C9DC91ABC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81" name="Imagem 1980">
                  <a:extLst>
                    <a:ext uri="{FF2B5EF4-FFF2-40B4-BE49-F238E27FC236}">
                      <a16:creationId xmlns:a16="http://schemas.microsoft.com/office/drawing/2014/main" id="{5C1B65A9-D647-A324-7B79-C87FB54AC9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82" name="Imagem 1981">
                  <a:extLst>
                    <a:ext uri="{FF2B5EF4-FFF2-40B4-BE49-F238E27FC236}">
                      <a16:creationId xmlns:a16="http://schemas.microsoft.com/office/drawing/2014/main" id="{39F6FB57-DBE3-70C2-648C-6CF6A9D44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83" name="Imagem 1982">
                  <a:extLst>
                    <a:ext uri="{FF2B5EF4-FFF2-40B4-BE49-F238E27FC236}">
                      <a16:creationId xmlns:a16="http://schemas.microsoft.com/office/drawing/2014/main" id="{8B1F1B34-2C0E-3FBC-5C0A-FB06145DDC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4" name="Imagem 223">
                  <a:extLst>
                    <a:ext uri="{FF2B5EF4-FFF2-40B4-BE49-F238E27FC236}">
                      <a16:creationId xmlns:a16="http://schemas.microsoft.com/office/drawing/2014/main" id="{4F356F04-E40A-D0D0-4A77-42A044E593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5" name="Imagem 224">
                  <a:extLst>
                    <a:ext uri="{FF2B5EF4-FFF2-40B4-BE49-F238E27FC236}">
                      <a16:creationId xmlns:a16="http://schemas.microsoft.com/office/drawing/2014/main" id="{9CBD3977-381F-B330-D279-CE5E003AC8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6" name="Imagem 225">
                  <a:extLst>
                    <a:ext uri="{FF2B5EF4-FFF2-40B4-BE49-F238E27FC236}">
                      <a16:creationId xmlns:a16="http://schemas.microsoft.com/office/drawing/2014/main" id="{FB99038D-1597-BD84-1228-D9A3A5C7C1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7" name="Imagem 226">
                  <a:extLst>
                    <a:ext uri="{FF2B5EF4-FFF2-40B4-BE49-F238E27FC236}">
                      <a16:creationId xmlns:a16="http://schemas.microsoft.com/office/drawing/2014/main" id="{F7D67A20-734D-DFB1-9950-5C579E45B2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8" name="Imagem 227">
                  <a:extLst>
                    <a:ext uri="{FF2B5EF4-FFF2-40B4-BE49-F238E27FC236}">
                      <a16:creationId xmlns:a16="http://schemas.microsoft.com/office/drawing/2014/main" id="{DADBB85C-F7DC-3D56-310C-59A3C40EF6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1973" name="Oval 675">
                <a:extLst>
                  <a:ext uri="{FF2B5EF4-FFF2-40B4-BE49-F238E27FC236}">
                    <a16:creationId xmlns:a16="http://schemas.microsoft.com/office/drawing/2014/main" id="{217A057F-E864-BBCC-0C62-38FC58ACFF32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74" name="Oval 676">
                <a:extLst>
                  <a:ext uri="{FF2B5EF4-FFF2-40B4-BE49-F238E27FC236}">
                    <a16:creationId xmlns:a16="http://schemas.microsoft.com/office/drawing/2014/main" id="{BB5CD753-4148-3B1F-C769-BBC6D6030044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34" name="Agrupar 233">
              <a:extLst>
                <a:ext uri="{FF2B5EF4-FFF2-40B4-BE49-F238E27FC236}">
                  <a16:creationId xmlns:a16="http://schemas.microsoft.com/office/drawing/2014/main" id="{528DBFC7-7CB2-ACB9-1F84-B30F38C12451}"/>
                </a:ext>
              </a:extLst>
            </p:cNvPr>
            <p:cNvGrpSpPr/>
            <p:nvPr/>
          </p:nvGrpSpPr>
          <p:grpSpPr>
            <a:xfrm rot="16200000">
              <a:off x="3060536" y="290157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235" name="Agrupar 234">
                <a:extLst>
                  <a:ext uri="{FF2B5EF4-FFF2-40B4-BE49-F238E27FC236}">
                    <a16:creationId xmlns:a16="http://schemas.microsoft.com/office/drawing/2014/main" id="{8033068F-C87E-66B1-D32F-2955D957F46E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254" name="Retângulo: Cantos Arredondados 253">
                  <a:extLst>
                    <a:ext uri="{FF2B5EF4-FFF2-40B4-BE49-F238E27FC236}">
                      <a16:creationId xmlns:a16="http://schemas.microsoft.com/office/drawing/2014/main" id="{BA288A8F-8D7B-3A3E-4A12-0EEC46AFDA65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55" name="Oval 710">
                  <a:extLst>
                    <a:ext uri="{FF2B5EF4-FFF2-40B4-BE49-F238E27FC236}">
                      <a16:creationId xmlns:a16="http://schemas.microsoft.com/office/drawing/2014/main" id="{22623EC7-BCF8-128D-3A01-7F6F53189F7F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8" name="Oval 711">
                  <a:extLst>
                    <a:ext uri="{FF2B5EF4-FFF2-40B4-BE49-F238E27FC236}">
                      <a16:creationId xmlns:a16="http://schemas.microsoft.com/office/drawing/2014/main" id="{262C968D-6B6F-666A-C0A9-3C2084D90DB1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36" name="Agrupar 235">
                <a:extLst>
                  <a:ext uri="{FF2B5EF4-FFF2-40B4-BE49-F238E27FC236}">
                    <a16:creationId xmlns:a16="http://schemas.microsoft.com/office/drawing/2014/main" id="{FD497F41-84B4-19D6-D40B-A2EC63D9210F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40" name="Imagem 239">
                  <a:extLst>
                    <a:ext uri="{FF2B5EF4-FFF2-40B4-BE49-F238E27FC236}">
                      <a16:creationId xmlns:a16="http://schemas.microsoft.com/office/drawing/2014/main" id="{8FA64874-A519-BD29-055D-D5B8813B3C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1" name="Imagem 240">
                  <a:extLst>
                    <a:ext uri="{FF2B5EF4-FFF2-40B4-BE49-F238E27FC236}">
                      <a16:creationId xmlns:a16="http://schemas.microsoft.com/office/drawing/2014/main" id="{E359D47E-4BF7-CBFA-B75E-2F3AA68589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2" name="Imagem 241">
                  <a:extLst>
                    <a:ext uri="{FF2B5EF4-FFF2-40B4-BE49-F238E27FC236}">
                      <a16:creationId xmlns:a16="http://schemas.microsoft.com/office/drawing/2014/main" id="{08076258-4C73-B8D6-7FF7-7B2539329A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3" name="Imagem 242">
                  <a:extLst>
                    <a:ext uri="{FF2B5EF4-FFF2-40B4-BE49-F238E27FC236}">
                      <a16:creationId xmlns:a16="http://schemas.microsoft.com/office/drawing/2014/main" id="{2B38D2DF-99B4-6DC4-2784-3E84CE476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4" name="Imagem 243">
                  <a:extLst>
                    <a:ext uri="{FF2B5EF4-FFF2-40B4-BE49-F238E27FC236}">
                      <a16:creationId xmlns:a16="http://schemas.microsoft.com/office/drawing/2014/main" id="{BA09B014-04CF-01BA-9E55-F7E01E6C3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5" name="Imagem 244">
                  <a:extLst>
                    <a:ext uri="{FF2B5EF4-FFF2-40B4-BE49-F238E27FC236}">
                      <a16:creationId xmlns:a16="http://schemas.microsoft.com/office/drawing/2014/main" id="{2674F8C3-304E-9D2D-63CA-942D2B57ED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6" name="Imagem 245">
                  <a:extLst>
                    <a:ext uri="{FF2B5EF4-FFF2-40B4-BE49-F238E27FC236}">
                      <a16:creationId xmlns:a16="http://schemas.microsoft.com/office/drawing/2014/main" id="{87B2ED43-4573-E7F9-679E-94AF121E03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7" name="Imagem 246">
                  <a:extLst>
                    <a:ext uri="{FF2B5EF4-FFF2-40B4-BE49-F238E27FC236}">
                      <a16:creationId xmlns:a16="http://schemas.microsoft.com/office/drawing/2014/main" id="{499586D3-A5B2-E468-1E66-0C84D99558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8" name="Imagem 247">
                  <a:extLst>
                    <a:ext uri="{FF2B5EF4-FFF2-40B4-BE49-F238E27FC236}">
                      <a16:creationId xmlns:a16="http://schemas.microsoft.com/office/drawing/2014/main" id="{35A4D24F-E222-D8D9-509C-BA4F08225C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9" name="Imagem 248">
                  <a:extLst>
                    <a:ext uri="{FF2B5EF4-FFF2-40B4-BE49-F238E27FC236}">
                      <a16:creationId xmlns:a16="http://schemas.microsoft.com/office/drawing/2014/main" id="{7CD445EF-0C2E-CC08-9BE6-106A20814F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50" name="Imagem 249">
                  <a:extLst>
                    <a:ext uri="{FF2B5EF4-FFF2-40B4-BE49-F238E27FC236}">
                      <a16:creationId xmlns:a16="http://schemas.microsoft.com/office/drawing/2014/main" id="{1831F74D-1612-1C4A-EE81-7497D08795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51" name="Imagem 250">
                  <a:extLst>
                    <a:ext uri="{FF2B5EF4-FFF2-40B4-BE49-F238E27FC236}">
                      <a16:creationId xmlns:a16="http://schemas.microsoft.com/office/drawing/2014/main" id="{2BA17880-2165-AD04-EB1F-3A71F5189F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52" name="Imagem 251">
                  <a:extLst>
                    <a:ext uri="{FF2B5EF4-FFF2-40B4-BE49-F238E27FC236}">
                      <a16:creationId xmlns:a16="http://schemas.microsoft.com/office/drawing/2014/main" id="{CD502A30-C2D2-A751-B6FB-0609714886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53" name="Imagem 252">
                  <a:extLst>
                    <a:ext uri="{FF2B5EF4-FFF2-40B4-BE49-F238E27FC236}">
                      <a16:creationId xmlns:a16="http://schemas.microsoft.com/office/drawing/2014/main" id="{21246AD9-5C68-2A9E-AE35-32648C46A6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38" name="Oval 675">
                <a:extLst>
                  <a:ext uri="{FF2B5EF4-FFF2-40B4-BE49-F238E27FC236}">
                    <a16:creationId xmlns:a16="http://schemas.microsoft.com/office/drawing/2014/main" id="{CD9C38FE-4C7A-EC10-43B0-F3CB466E533D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9" name="Oval 676">
                <a:extLst>
                  <a:ext uri="{FF2B5EF4-FFF2-40B4-BE49-F238E27FC236}">
                    <a16:creationId xmlns:a16="http://schemas.microsoft.com/office/drawing/2014/main" id="{23DFAD0C-F16D-6F14-0EA0-10812E3DC949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627" name="Retângulo 2626">
              <a:extLst>
                <a:ext uri="{FF2B5EF4-FFF2-40B4-BE49-F238E27FC236}">
                  <a16:creationId xmlns:a16="http://schemas.microsoft.com/office/drawing/2014/main" id="{550D0157-6BB9-2B54-FFDE-AB7F4E7CCF77}"/>
                </a:ext>
              </a:extLst>
            </p:cNvPr>
            <p:cNvSpPr/>
            <p:nvPr/>
          </p:nvSpPr>
          <p:spPr>
            <a:xfrm>
              <a:off x="2377690" y="1201478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8" name="Retângulo 2627">
              <a:extLst>
                <a:ext uri="{FF2B5EF4-FFF2-40B4-BE49-F238E27FC236}">
                  <a16:creationId xmlns:a16="http://schemas.microsoft.com/office/drawing/2014/main" id="{12CCCCFD-AD8A-34BA-19AA-97366645086C}"/>
                </a:ext>
              </a:extLst>
            </p:cNvPr>
            <p:cNvSpPr/>
            <p:nvPr/>
          </p:nvSpPr>
          <p:spPr>
            <a:xfrm>
              <a:off x="2371632" y="746827"/>
              <a:ext cx="1205264" cy="6619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1" name="Retângulo 2630">
              <a:extLst>
                <a:ext uri="{FF2B5EF4-FFF2-40B4-BE49-F238E27FC236}">
                  <a16:creationId xmlns:a16="http://schemas.microsoft.com/office/drawing/2014/main" id="{09CD02D8-0190-D9CA-A3DA-2061E7D682AA}"/>
                </a:ext>
              </a:extLst>
            </p:cNvPr>
            <p:cNvSpPr/>
            <p:nvPr/>
          </p:nvSpPr>
          <p:spPr>
            <a:xfrm>
              <a:off x="2370745" y="280076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2634" name="Retângulo 2633">
            <a:extLst>
              <a:ext uri="{FF2B5EF4-FFF2-40B4-BE49-F238E27FC236}">
                <a16:creationId xmlns:a16="http://schemas.microsoft.com/office/drawing/2014/main" id="{563C8705-D86D-592D-5053-72B7186BF74E}"/>
              </a:ext>
            </a:extLst>
          </p:cNvPr>
          <p:cNvSpPr/>
          <p:nvPr/>
        </p:nvSpPr>
        <p:spPr>
          <a:xfrm rot="16200000">
            <a:off x="1884548" y="4868194"/>
            <a:ext cx="2190061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635" name="Retângulo 2634">
            <a:extLst>
              <a:ext uri="{FF2B5EF4-FFF2-40B4-BE49-F238E27FC236}">
                <a16:creationId xmlns:a16="http://schemas.microsoft.com/office/drawing/2014/main" id="{6305E2C8-6028-86A5-62BA-5A50F00C72BF}"/>
              </a:ext>
            </a:extLst>
          </p:cNvPr>
          <p:cNvSpPr/>
          <p:nvPr/>
        </p:nvSpPr>
        <p:spPr>
          <a:xfrm rot="16200000">
            <a:off x="614914" y="4865524"/>
            <a:ext cx="2190061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2636" name="Agrupar 2635">
            <a:extLst>
              <a:ext uri="{FF2B5EF4-FFF2-40B4-BE49-F238E27FC236}">
                <a16:creationId xmlns:a16="http://schemas.microsoft.com/office/drawing/2014/main" id="{8A1D89A0-68D7-3A83-8EBD-F42D86FBB75C}"/>
              </a:ext>
            </a:extLst>
          </p:cNvPr>
          <p:cNvGrpSpPr/>
          <p:nvPr/>
        </p:nvGrpSpPr>
        <p:grpSpPr>
          <a:xfrm>
            <a:off x="1102284" y="5312174"/>
            <a:ext cx="1212107" cy="991505"/>
            <a:chOff x="1102284" y="277843"/>
            <a:chExt cx="1212107" cy="991505"/>
          </a:xfrm>
        </p:grpSpPr>
        <p:grpSp>
          <p:nvGrpSpPr>
            <p:cNvPr id="2637" name="Agrupar 2636">
              <a:extLst>
                <a:ext uri="{FF2B5EF4-FFF2-40B4-BE49-F238E27FC236}">
                  <a16:creationId xmlns:a16="http://schemas.microsoft.com/office/drawing/2014/main" id="{3BD9CB5B-1DFD-8A42-E622-CA30B6E17AA7}"/>
                </a:ext>
              </a:extLst>
            </p:cNvPr>
            <p:cNvGrpSpPr/>
            <p:nvPr/>
          </p:nvGrpSpPr>
          <p:grpSpPr>
            <a:xfrm rot="16200000">
              <a:off x="1203742" y="284345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911" name="Agrupar 910">
                <a:extLst>
                  <a:ext uri="{FF2B5EF4-FFF2-40B4-BE49-F238E27FC236}">
                    <a16:creationId xmlns:a16="http://schemas.microsoft.com/office/drawing/2014/main" id="{E614DE4C-3F2F-39FB-C5E5-2A98D2C87BC2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929" name="Retângulo: Cantos Arredondados 928">
                  <a:extLst>
                    <a:ext uri="{FF2B5EF4-FFF2-40B4-BE49-F238E27FC236}">
                      <a16:creationId xmlns:a16="http://schemas.microsoft.com/office/drawing/2014/main" id="{7F1E2C87-5592-B6D9-E955-5B5D155C9439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930" name="Oval 710">
                  <a:extLst>
                    <a:ext uri="{FF2B5EF4-FFF2-40B4-BE49-F238E27FC236}">
                      <a16:creationId xmlns:a16="http://schemas.microsoft.com/office/drawing/2014/main" id="{E43B1A3C-4F98-2F5F-0D7D-FDB15730AF13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1" name="Oval 711">
                  <a:extLst>
                    <a:ext uri="{FF2B5EF4-FFF2-40B4-BE49-F238E27FC236}">
                      <a16:creationId xmlns:a16="http://schemas.microsoft.com/office/drawing/2014/main" id="{652E9CC6-020C-66BD-D706-AF2AF7E1CB7D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912" name="Agrupar 911">
                <a:extLst>
                  <a:ext uri="{FF2B5EF4-FFF2-40B4-BE49-F238E27FC236}">
                    <a16:creationId xmlns:a16="http://schemas.microsoft.com/office/drawing/2014/main" id="{B4891235-FAF0-DA1D-0FBB-4816BC327356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915" name="Imagem 914">
                  <a:extLst>
                    <a:ext uri="{FF2B5EF4-FFF2-40B4-BE49-F238E27FC236}">
                      <a16:creationId xmlns:a16="http://schemas.microsoft.com/office/drawing/2014/main" id="{C755ABD0-9690-6D38-6C05-CDFB339BE4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16" name="Imagem 915">
                  <a:extLst>
                    <a:ext uri="{FF2B5EF4-FFF2-40B4-BE49-F238E27FC236}">
                      <a16:creationId xmlns:a16="http://schemas.microsoft.com/office/drawing/2014/main" id="{87C53BF3-F881-FE1A-87AF-B15DA1D48B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17" name="Imagem 916">
                  <a:extLst>
                    <a:ext uri="{FF2B5EF4-FFF2-40B4-BE49-F238E27FC236}">
                      <a16:creationId xmlns:a16="http://schemas.microsoft.com/office/drawing/2014/main" id="{AFD10F88-3F7C-2212-8B8A-C0B8E87120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18" name="Imagem 917">
                  <a:extLst>
                    <a:ext uri="{FF2B5EF4-FFF2-40B4-BE49-F238E27FC236}">
                      <a16:creationId xmlns:a16="http://schemas.microsoft.com/office/drawing/2014/main" id="{377F6467-EC45-379B-0FDB-FA90238FE1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19" name="Imagem 918">
                  <a:extLst>
                    <a:ext uri="{FF2B5EF4-FFF2-40B4-BE49-F238E27FC236}">
                      <a16:creationId xmlns:a16="http://schemas.microsoft.com/office/drawing/2014/main" id="{DE4DF71B-1EA5-78F6-D006-025E116B85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0" name="Imagem 919">
                  <a:extLst>
                    <a:ext uri="{FF2B5EF4-FFF2-40B4-BE49-F238E27FC236}">
                      <a16:creationId xmlns:a16="http://schemas.microsoft.com/office/drawing/2014/main" id="{0666CF3B-9AD7-2FC3-CE27-8A97BA7C81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1" name="Imagem 920">
                  <a:extLst>
                    <a:ext uri="{FF2B5EF4-FFF2-40B4-BE49-F238E27FC236}">
                      <a16:creationId xmlns:a16="http://schemas.microsoft.com/office/drawing/2014/main" id="{8A754A89-1100-C236-0729-D7A2DE3710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2" name="Imagem 921">
                  <a:extLst>
                    <a:ext uri="{FF2B5EF4-FFF2-40B4-BE49-F238E27FC236}">
                      <a16:creationId xmlns:a16="http://schemas.microsoft.com/office/drawing/2014/main" id="{85C512E9-E44B-F388-76E3-3CADCF2781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3" name="Imagem 922">
                  <a:extLst>
                    <a:ext uri="{FF2B5EF4-FFF2-40B4-BE49-F238E27FC236}">
                      <a16:creationId xmlns:a16="http://schemas.microsoft.com/office/drawing/2014/main" id="{CB551C72-C99D-6F1F-E68F-E98B106793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4" name="Imagem 923">
                  <a:extLst>
                    <a:ext uri="{FF2B5EF4-FFF2-40B4-BE49-F238E27FC236}">
                      <a16:creationId xmlns:a16="http://schemas.microsoft.com/office/drawing/2014/main" id="{DD86E67D-0693-4F08-B869-F12C8A1912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5" name="Imagem 924">
                  <a:extLst>
                    <a:ext uri="{FF2B5EF4-FFF2-40B4-BE49-F238E27FC236}">
                      <a16:creationId xmlns:a16="http://schemas.microsoft.com/office/drawing/2014/main" id="{B180D5AC-4329-A5B0-D5D7-81DBB8E59F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6" name="Imagem 925">
                  <a:extLst>
                    <a:ext uri="{FF2B5EF4-FFF2-40B4-BE49-F238E27FC236}">
                      <a16:creationId xmlns:a16="http://schemas.microsoft.com/office/drawing/2014/main" id="{FA83FCA1-4022-E6A7-37ED-B0DFF3DB61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7" name="Imagem 926">
                  <a:extLst>
                    <a:ext uri="{FF2B5EF4-FFF2-40B4-BE49-F238E27FC236}">
                      <a16:creationId xmlns:a16="http://schemas.microsoft.com/office/drawing/2014/main" id="{35A99AC1-260B-CAA5-6E0A-73B3ED9F22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8" name="Imagem 927">
                  <a:extLst>
                    <a:ext uri="{FF2B5EF4-FFF2-40B4-BE49-F238E27FC236}">
                      <a16:creationId xmlns:a16="http://schemas.microsoft.com/office/drawing/2014/main" id="{4C32BD57-20E5-BAE2-6986-42D7993219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913" name="Oval 675">
                <a:extLst>
                  <a:ext uri="{FF2B5EF4-FFF2-40B4-BE49-F238E27FC236}">
                    <a16:creationId xmlns:a16="http://schemas.microsoft.com/office/drawing/2014/main" id="{9B03D22A-31F5-3206-CB5C-2AC483866680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4" name="Oval 676">
                <a:extLst>
                  <a:ext uri="{FF2B5EF4-FFF2-40B4-BE49-F238E27FC236}">
                    <a16:creationId xmlns:a16="http://schemas.microsoft.com/office/drawing/2014/main" id="{C69E687F-D665-F255-6AC0-2181E8A44C0C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638" name="Agrupar 2637">
              <a:extLst>
                <a:ext uri="{FF2B5EF4-FFF2-40B4-BE49-F238E27FC236}">
                  <a16:creationId xmlns:a16="http://schemas.microsoft.com/office/drawing/2014/main" id="{5C07F1C2-1E27-2AE1-42BC-5ACC2FCC2D2C}"/>
                </a:ext>
              </a:extLst>
            </p:cNvPr>
            <p:cNvGrpSpPr/>
            <p:nvPr/>
          </p:nvGrpSpPr>
          <p:grpSpPr>
            <a:xfrm rot="16200000">
              <a:off x="1791742" y="737403"/>
              <a:ext cx="443971" cy="526627"/>
              <a:chOff x="2294839" y="784451"/>
              <a:chExt cx="3791378" cy="5020547"/>
            </a:xfrm>
            <a:solidFill>
              <a:srgbClr val="ED7D31"/>
            </a:solidFill>
          </p:grpSpPr>
          <p:grpSp>
            <p:nvGrpSpPr>
              <p:cNvPr id="856" name="Agrupar 855">
                <a:extLst>
                  <a:ext uri="{FF2B5EF4-FFF2-40B4-BE49-F238E27FC236}">
                    <a16:creationId xmlns:a16="http://schemas.microsoft.com/office/drawing/2014/main" id="{4438E58A-17A6-3017-28AF-18D4B6B4C2D2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908" name="Retângulo: Cantos Arredondados 907">
                  <a:extLst>
                    <a:ext uri="{FF2B5EF4-FFF2-40B4-BE49-F238E27FC236}">
                      <a16:creationId xmlns:a16="http://schemas.microsoft.com/office/drawing/2014/main" id="{A98D28A7-E1FF-8B8D-884E-3FE73D5EB107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909" name="Oval 710">
                  <a:extLst>
                    <a:ext uri="{FF2B5EF4-FFF2-40B4-BE49-F238E27FC236}">
                      <a16:creationId xmlns:a16="http://schemas.microsoft.com/office/drawing/2014/main" id="{5E88E0DD-6A4F-E95D-3042-E24A5652B922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0" name="Oval 711">
                  <a:extLst>
                    <a:ext uri="{FF2B5EF4-FFF2-40B4-BE49-F238E27FC236}">
                      <a16:creationId xmlns:a16="http://schemas.microsoft.com/office/drawing/2014/main" id="{90D112E7-FD76-CE2A-EC80-C9F0603F5000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857" name="Agrupar 856">
                <a:extLst>
                  <a:ext uri="{FF2B5EF4-FFF2-40B4-BE49-F238E27FC236}">
                    <a16:creationId xmlns:a16="http://schemas.microsoft.com/office/drawing/2014/main" id="{2BB31CE9-AF66-8E79-9D13-ACF52CF9407C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860" name="Imagem 859">
                  <a:extLst>
                    <a:ext uri="{FF2B5EF4-FFF2-40B4-BE49-F238E27FC236}">
                      <a16:creationId xmlns:a16="http://schemas.microsoft.com/office/drawing/2014/main" id="{E27E5348-763D-342B-543E-750B3DE3BD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61" name="Imagem 860">
                  <a:extLst>
                    <a:ext uri="{FF2B5EF4-FFF2-40B4-BE49-F238E27FC236}">
                      <a16:creationId xmlns:a16="http://schemas.microsoft.com/office/drawing/2014/main" id="{ACF475C1-7FED-6374-F69D-DF1C017626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62" name="Imagem 861">
                  <a:extLst>
                    <a:ext uri="{FF2B5EF4-FFF2-40B4-BE49-F238E27FC236}">
                      <a16:creationId xmlns:a16="http://schemas.microsoft.com/office/drawing/2014/main" id="{B5E7B758-CC3C-54D6-FF59-6C6E5B2EEE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63" name="Imagem 862">
                  <a:extLst>
                    <a:ext uri="{FF2B5EF4-FFF2-40B4-BE49-F238E27FC236}">
                      <a16:creationId xmlns:a16="http://schemas.microsoft.com/office/drawing/2014/main" id="{C17D62B6-6AD6-E1C9-C062-28B765A5A1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92" name="Imagem 891">
                  <a:extLst>
                    <a:ext uri="{FF2B5EF4-FFF2-40B4-BE49-F238E27FC236}">
                      <a16:creationId xmlns:a16="http://schemas.microsoft.com/office/drawing/2014/main" id="{D2D3CB2E-5193-F177-657F-DEC21E0367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93" name="Imagem 892">
                  <a:extLst>
                    <a:ext uri="{FF2B5EF4-FFF2-40B4-BE49-F238E27FC236}">
                      <a16:creationId xmlns:a16="http://schemas.microsoft.com/office/drawing/2014/main" id="{96EE7B16-B480-D5E6-4F10-BE71C7C0B7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94" name="Imagem 893">
                  <a:extLst>
                    <a:ext uri="{FF2B5EF4-FFF2-40B4-BE49-F238E27FC236}">
                      <a16:creationId xmlns:a16="http://schemas.microsoft.com/office/drawing/2014/main" id="{B24DEE80-65BD-0540-8FDB-58C3CC7C4F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96" name="Imagem 895">
                  <a:extLst>
                    <a:ext uri="{FF2B5EF4-FFF2-40B4-BE49-F238E27FC236}">
                      <a16:creationId xmlns:a16="http://schemas.microsoft.com/office/drawing/2014/main" id="{E904DC9C-F7F4-3327-7815-AA4432F269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02" name="Imagem 901">
                  <a:extLst>
                    <a:ext uri="{FF2B5EF4-FFF2-40B4-BE49-F238E27FC236}">
                      <a16:creationId xmlns:a16="http://schemas.microsoft.com/office/drawing/2014/main" id="{660CD19D-61A0-5C2A-83AA-DC5847F8CC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03" name="Imagem 902">
                  <a:extLst>
                    <a:ext uri="{FF2B5EF4-FFF2-40B4-BE49-F238E27FC236}">
                      <a16:creationId xmlns:a16="http://schemas.microsoft.com/office/drawing/2014/main" id="{9ADDCFB3-66DA-1AB0-ADBF-EF940291B9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04" name="Imagem 903">
                  <a:extLst>
                    <a:ext uri="{FF2B5EF4-FFF2-40B4-BE49-F238E27FC236}">
                      <a16:creationId xmlns:a16="http://schemas.microsoft.com/office/drawing/2014/main" id="{C60B2D4A-A410-71C1-7824-FA02E995E0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05" name="Imagem 904">
                  <a:extLst>
                    <a:ext uri="{FF2B5EF4-FFF2-40B4-BE49-F238E27FC236}">
                      <a16:creationId xmlns:a16="http://schemas.microsoft.com/office/drawing/2014/main" id="{4300AC15-E0E8-D344-17CF-3D1A9CE593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06" name="Imagem 905">
                  <a:extLst>
                    <a:ext uri="{FF2B5EF4-FFF2-40B4-BE49-F238E27FC236}">
                      <a16:creationId xmlns:a16="http://schemas.microsoft.com/office/drawing/2014/main" id="{526C02AF-3210-6B7C-B274-F4C8D8CA33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07" name="Imagem 906">
                  <a:extLst>
                    <a:ext uri="{FF2B5EF4-FFF2-40B4-BE49-F238E27FC236}">
                      <a16:creationId xmlns:a16="http://schemas.microsoft.com/office/drawing/2014/main" id="{6714160F-3FF4-9F32-C19C-6A246F1BD9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858" name="Oval 675">
                <a:extLst>
                  <a:ext uri="{FF2B5EF4-FFF2-40B4-BE49-F238E27FC236}">
                    <a16:creationId xmlns:a16="http://schemas.microsoft.com/office/drawing/2014/main" id="{345BF16E-424F-803E-0A36-AE9C15012037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9" name="Oval 676">
                <a:extLst>
                  <a:ext uri="{FF2B5EF4-FFF2-40B4-BE49-F238E27FC236}">
                    <a16:creationId xmlns:a16="http://schemas.microsoft.com/office/drawing/2014/main" id="{E6825F4A-F819-AEC4-9BE6-3AB8987F6095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639" name="Agrupar 2638">
              <a:extLst>
                <a:ext uri="{FF2B5EF4-FFF2-40B4-BE49-F238E27FC236}">
                  <a16:creationId xmlns:a16="http://schemas.microsoft.com/office/drawing/2014/main" id="{ABA78526-D2DC-8315-439C-561BE39D23C0}"/>
                </a:ext>
              </a:extLst>
            </p:cNvPr>
            <p:cNvGrpSpPr/>
            <p:nvPr/>
          </p:nvGrpSpPr>
          <p:grpSpPr>
            <a:xfrm rot="16200000">
              <a:off x="1203740" y="737403"/>
              <a:ext cx="443976" cy="526627"/>
              <a:chOff x="2294839" y="784451"/>
              <a:chExt cx="3791381" cy="5020547"/>
            </a:xfrm>
            <a:solidFill>
              <a:srgbClr val="ED7D31"/>
            </a:solidFill>
          </p:grpSpPr>
          <p:grpSp>
            <p:nvGrpSpPr>
              <p:cNvPr id="835" name="Agrupar 834">
                <a:extLst>
                  <a:ext uri="{FF2B5EF4-FFF2-40B4-BE49-F238E27FC236}">
                    <a16:creationId xmlns:a16="http://schemas.microsoft.com/office/drawing/2014/main" id="{446BFFB0-8A8B-26CB-6BFA-EEA0DEA54120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81" cy="5020547"/>
                <a:chOff x="2296344" y="784461"/>
                <a:chExt cx="3791372" cy="5020584"/>
              </a:xfrm>
              <a:grpFill/>
            </p:grpSpPr>
            <p:sp>
              <p:nvSpPr>
                <p:cNvPr id="853" name="Retângulo: Cantos Arredondados 852">
                  <a:extLst>
                    <a:ext uri="{FF2B5EF4-FFF2-40B4-BE49-F238E27FC236}">
                      <a16:creationId xmlns:a16="http://schemas.microsoft.com/office/drawing/2014/main" id="{75AF1E97-A73E-4891-7CEF-61A9A27DD4B6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854" name="Oval 710">
                  <a:extLst>
                    <a:ext uri="{FF2B5EF4-FFF2-40B4-BE49-F238E27FC236}">
                      <a16:creationId xmlns:a16="http://schemas.microsoft.com/office/drawing/2014/main" id="{1BDA18D2-3F7F-9FF8-E6ED-4EBAD2C80C5A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855" name="Oval 711">
                  <a:extLst>
                    <a:ext uri="{FF2B5EF4-FFF2-40B4-BE49-F238E27FC236}">
                      <a16:creationId xmlns:a16="http://schemas.microsoft.com/office/drawing/2014/main" id="{4F934425-2026-2C50-AE8D-D9F4838E0F53}"/>
                    </a:ext>
                  </a:extLst>
                </p:cNvPr>
                <p:cNvSpPr/>
                <p:nvPr/>
              </p:nvSpPr>
              <p:spPr>
                <a:xfrm>
                  <a:off x="5655716" y="3124161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836" name="Agrupar 835">
                <a:extLst>
                  <a:ext uri="{FF2B5EF4-FFF2-40B4-BE49-F238E27FC236}">
                    <a16:creationId xmlns:a16="http://schemas.microsoft.com/office/drawing/2014/main" id="{68F5BBC6-3A03-6AE1-9CFF-92DB1DE25897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839" name="Imagem 838">
                  <a:extLst>
                    <a:ext uri="{FF2B5EF4-FFF2-40B4-BE49-F238E27FC236}">
                      <a16:creationId xmlns:a16="http://schemas.microsoft.com/office/drawing/2014/main" id="{54CEFA0F-81F7-F9FB-4992-BB35CAE6E7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0" name="Imagem 839">
                  <a:extLst>
                    <a:ext uri="{FF2B5EF4-FFF2-40B4-BE49-F238E27FC236}">
                      <a16:creationId xmlns:a16="http://schemas.microsoft.com/office/drawing/2014/main" id="{882A9C3D-DEBF-E47E-357A-AACADE4C67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1" name="Imagem 840">
                  <a:extLst>
                    <a:ext uri="{FF2B5EF4-FFF2-40B4-BE49-F238E27FC236}">
                      <a16:creationId xmlns:a16="http://schemas.microsoft.com/office/drawing/2014/main" id="{497CB472-640D-C423-4718-EB3E52BC09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2" name="Imagem 841">
                  <a:extLst>
                    <a:ext uri="{FF2B5EF4-FFF2-40B4-BE49-F238E27FC236}">
                      <a16:creationId xmlns:a16="http://schemas.microsoft.com/office/drawing/2014/main" id="{188B60A8-58E0-DBA6-D305-2B1A13797B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3" name="Imagem 842">
                  <a:extLst>
                    <a:ext uri="{FF2B5EF4-FFF2-40B4-BE49-F238E27FC236}">
                      <a16:creationId xmlns:a16="http://schemas.microsoft.com/office/drawing/2014/main" id="{C7B7040D-63BF-5A1D-63D6-05FA35217E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4" name="Imagem 843">
                  <a:extLst>
                    <a:ext uri="{FF2B5EF4-FFF2-40B4-BE49-F238E27FC236}">
                      <a16:creationId xmlns:a16="http://schemas.microsoft.com/office/drawing/2014/main" id="{BCD0BF56-9D78-28A6-C9F4-2D17D213D1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5" name="Imagem 844">
                  <a:extLst>
                    <a:ext uri="{FF2B5EF4-FFF2-40B4-BE49-F238E27FC236}">
                      <a16:creationId xmlns:a16="http://schemas.microsoft.com/office/drawing/2014/main" id="{724FBB9D-E87E-53DB-3447-3DD0C24CB2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6" name="Imagem 845">
                  <a:extLst>
                    <a:ext uri="{FF2B5EF4-FFF2-40B4-BE49-F238E27FC236}">
                      <a16:creationId xmlns:a16="http://schemas.microsoft.com/office/drawing/2014/main" id="{0EAD679B-DEEB-54F5-F6CC-8F0482CBB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7" name="Imagem 846">
                  <a:extLst>
                    <a:ext uri="{FF2B5EF4-FFF2-40B4-BE49-F238E27FC236}">
                      <a16:creationId xmlns:a16="http://schemas.microsoft.com/office/drawing/2014/main" id="{F6E2B6B4-7C4D-D46D-D166-1509868467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8" name="Imagem 847">
                  <a:extLst>
                    <a:ext uri="{FF2B5EF4-FFF2-40B4-BE49-F238E27FC236}">
                      <a16:creationId xmlns:a16="http://schemas.microsoft.com/office/drawing/2014/main" id="{B5CD345D-68D2-D0C9-65FB-6A2C944EDC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49" name="Imagem 848">
                  <a:extLst>
                    <a:ext uri="{FF2B5EF4-FFF2-40B4-BE49-F238E27FC236}">
                      <a16:creationId xmlns:a16="http://schemas.microsoft.com/office/drawing/2014/main" id="{8F5F60EE-1E5B-C2F7-651E-6875735C03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50" name="Imagem 849">
                  <a:extLst>
                    <a:ext uri="{FF2B5EF4-FFF2-40B4-BE49-F238E27FC236}">
                      <a16:creationId xmlns:a16="http://schemas.microsoft.com/office/drawing/2014/main" id="{D1927343-D99B-EF75-10FB-70802FA349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51" name="Imagem 850">
                  <a:extLst>
                    <a:ext uri="{FF2B5EF4-FFF2-40B4-BE49-F238E27FC236}">
                      <a16:creationId xmlns:a16="http://schemas.microsoft.com/office/drawing/2014/main" id="{639C9BEC-AD06-F9D3-8BA5-030AB14CF5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52" name="Imagem 851">
                  <a:extLst>
                    <a:ext uri="{FF2B5EF4-FFF2-40B4-BE49-F238E27FC236}">
                      <a16:creationId xmlns:a16="http://schemas.microsoft.com/office/drawing/2014/main" id="{58BB2F1E-23A0-A106-EEBC-E76405FD17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837" name="Oval 675">
                <a:extLst>
                  <a:ext uri="{FF2B5EF4-FFF2-40B4-BE49-F238E27FC236}">
                    <a16:creationId xmlns:a16="http://schemas.microsoft.com/office/drawing/2014/main" id="{10D7BD4A-202E-C2E3-D344-048364500F6D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8" name="Oval 676">
                <a:extLst>
                  <a:ext uri="{FF2B5EF4-FFF2-40B4-BE49-F238E27FC236}">
                    <a16:creationId xmlns:a16="http://schemas.microsoft.com/office/drawing/2014/main" id="{2B60DA81-2CE2-FC60-F31F-AB184767A4BF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640" name="Agrupar 2639">
              <a:extLst>
                <a:ext uri="{FF2B5EF4-FFF2-40B4-BE49-F238E27FC236}">
                  <a16:creationId xmlns:a16="http://schemas.microsoft.com/office/drawing/2014/main" id="{292A9CCC-9919-6612-56E4-6EA141220733}"/>
                </a:ext>
              </a:extLst>
            </p:cNvPr>
            <p:cNvGrpSpPr/>
            <p:nvPr/>
          </p:nvGrpSpPr>
          <p:grpSpPr>
            <a:xfrm rot="16200000">
              <a:off x="1791741" y="284345"/>
              <a:ext cx="443973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2670" name="Agrupar 2669">
                <a:extLst>
                  <a:ext uri="{FF2B5EF4-FFF2-40B4-BE49-F238E27FC236}">
                    <a16:creationId xmlns:a16="http://schemas.microsoft.com/office/drawing/2014/main" id="{B1B983FF-7059-6C69-9D83-B6968AD0E5BB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832" name="Retângulo: Cantos Arredondados 831">
                  <a:extLst>
                    <a:ext uri="{FF2B5EF4-FFF2-40B4-BE49-F238E27FC236}">
                      <a16:creationId xmlns:a16="http://schemas.microsoft.com/office/drawing/2014/main" id="{A419FA7C-3EEF-717D-3FD2-05490FD5D9EB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833" name="Oval 710">
                  <a:extLst>
                    <a:ext uri="{FF2B5EF4-FFF2-40B4-BE49-F238E27FC236}">
                      <a16:creationId xmlns:a16="http://schemas.microsoft.com/office/drawing/2014/main" id="{27754C45-76E6-8BB9-2C6F-45A0DBB5A4AE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34" name="Oval 711">
                  <a:extLst>
                    <a:ext uri="{FF2B5EF4-FFF2-40B4-BE49-F238E27FC236}">
                      <a16:creationId xmlns:a16="http://schemas.microsoft.com/office/drawing/2014/main" id="{492A4587-9A1A-6B83-D3E4-5E048BAD8CB9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671" name="Agrupar 2670">
                <a:extLst>
                  <a:ext uri="{FF2B5EF4-FFF2-40B4-BE49-F238E27FC236}">
                    <a16:creationId xmlns:a16="http://schemas.microsoft.com/office/drawing/2014/main" id="{93D119F6-940E-C47E-F0A4-CBFFC3E1283E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674" name="Imagem 2673">
                  <a:extLst>
                    <a:ext uri="{FF2B5EF4-FFF2-40B4-BE49-F238E27FC236}">
                      <a16:creationId xmlns:a16="http://schemas.microsoft.com/office/drawing/2014/main" id="{0CD3A5E8-D792-8A2A-0BB3-7F9DF3B5AE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75" name="Imagem 2674">
                  <a:extLst>
                    <a:ext uri="{FF2B5EF4-FFF2-40B4-BE49-F238E27FC236}">
                      <a16:creationId xmlns:a16="http://schemas.microsoft.com/office/drawing/2014/main" id="{10C9FD1D-E6D1-99FF-5759-D78A49BD5C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76" name="Imagem 2675">
                  <a:extLst>
                    <a:ext uri="{FF2B5EF4-FFF2-40B4-BE49-F238E27FC236}">
                      <a16:creationId xmlns:a16="http://schemas.microsoft.com/office/drawing/2014/main" id="{470F8082-8352-CA58-6444-8958C0E1BD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77" name="Imagem 2676">
                  <a:extLst>
                    <a:ext uri="{FF2B5EF4-FFF2-40B4-BE49-F238E27FC236}">
                      <a16:creationId xmlns:a16="http://schemas.microsoft.com/office/drawing/2014/main" id="{4481321E-F010-9368-B09B-66D5B4C3B2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78" name="Imagem 2677">
                  <a:extLst>
                    <a:ext uri="{FF2B5EF4-FFF2-40B4-BE49-F238E27FC236}">
                      <a16:creationId xmlns:a16="http://schemas.microsoft.com/office/drawing/2014/main" id="{30412EFD-D645-25D4-ED8A-2801079D58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79" name="Imagem 2678">
                  <a:extLst>
                    <a:ext uri="{FF2B5EF4-FFF2-40B4-BE49-F238E27FC236}">
                      <a16:creationId xmlns:a16="http://schemas.microsoft.com/office/drawing/2014/main" id="{A4F83E5F-4E61-FBAC-47E2-1B50BE8F48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80" name="Imagem 2679">
                  <a:extLst>
                    <a:ext uri="{FF2B5EF4-FFF2-40B4-BE49-F238E27FC236}">
                      <a16:creationId xmlns:a16="http://schemas.microsoft.com/office/drawing/2014/main" id="{E978BAD9-19E2-02B4-D499-7BA399FF6A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81" name="Imagem 2680">
                  <a:extLst>
                    <a:ext uri="{FF2B5EF4-FFF2-40B4-BE49-F238E27FC236}">
                      <a16:creationId xmlns:a16="http://schemas.microsoft.com/office/drawing/2014/main" id="{57D51E10-F6A8-279A-9219-7341866F74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82" name="Imagem 2681">
                  <a:extLst>
                    <a:ext uri="{FF2B5EF4-FFF2-40B4-BE49-F238E27FC236}">
                      <a16:creationId xmlns:a16="http://schemas.microsoft.com/office/drawing/2014/main" id="{C85D73CD-B03F-9C1A-0225-D77F0702BB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83" name="Imagem 2682">
                  <a:extLst>
                    <a:ext uri="{FF2B5EF4-FFF2-40B4-BE49-F238E27FC236}">
                      <a16:creationId xmlns:a16="http://schemas.microsoft.com/office/drawing/2014/main" id="{2863C237-FBBA-90B1-DA85-7DD0ECC8F4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84" name="Imagem 2683">
                  <a:extLst>
                    <a:ext uri="{FF2B5EF4-FFF2-40B4-BE49-F238E27FC236}">
                      <a16:creationId xmlns:a16="http://schemas.microsoft.com/office/drawing/2014/main" id="{9F8361F9-12A0-568E-3B67-34516BAB6C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85" name="Imagem 2684">
                  <a:extLst>
                    <a:ext uri="{FF2B5EF4-FFF2-40B4-BE49-F238E27FC236}">
                      <a16:creationId xmlns:a16="http://schemas.microsoft.com/office/drawing/2014/main" id="{D6960BE8-7136-33C6-990E-21B968F4FF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86" name="Imagem 2685">
                  <a:extLst>
                    <a:ext uri="{FF2B5EF4-FFF2-40B4-BE49-F238E27FC236}">
                      <a16:creationId xmlns:a16="http://schemas.microsoft.com/office/drawing/2014/main" id="{A1F87D9A-C71F-B74C-605C-26AE51FE2F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87" name="Imagem 2686">
                  <a:extLst>
                    <a:ext uri="{FF2B5EF4-FFF2-40B4-BE49-F238E27FC236}">
                      <a16:creationId xmlns:a16="http://schemas.microsoft.com/office/drawing/2014/main" id="{44B07E70-C899-754F-37BF-C55B376317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672" name="Oval 675">
                <a:extLst>
                  <a:ext uri="{FF2B5EF4-FFF2-40B4-BE49-F238E27FC236}">
                    <a16:creationId xmlns:a16="http://schemas.microsoft.com/office/drawing/2014/main" id="{BC86F509-8966-228E-FCEB-62B1C57B5360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73" name="Oval 676">
                <a:extLst>
                  <a:ext uri="{FF2B5EF4-FFF2-40B4-BE49-F238E27FC236}">
                    <a16:creationId xmlns:a16="http://schemas.microsoft.com/office/drawing/2014/main" id="{4C5F5FFA-B3C6-1D6C-C5D0-78A0A4193EE4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641" name="Retângulo 2640">
              <a:extLst>
                <a:ext uri="{FF2B5EF4-FFF2-40B4-BE49-F238E27FC236}">
                  <a16:creationId xmlns:a16="http://schemas.microsoft.com/office/drawing/2014/main" id="{EC1E6703-C0B6-B602-FD75-CB1F5FA78A8E}"/>
                </a:ext>
              </a:extLst>
            </p:cNvPr>
            <p:cNvSpPr/>
            <p:nvPr/>
          </p:nvSpPr>
          <p:spPr>
            <a:xfrm>
              <a:off x="1104440" y="1191849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68" name="Retângulo 2667">
              <a:extLst>
                <a:ext uri="{FF2B5EF4-FFF2-40B4-BE49-F238E27FC236}">
                  <a16:creationId xmlns:a16="http://schemas.microsoft.com/office/drawing/2014/main" id="{938B953A-B764-7FB8-87A8-2188561C3143}"/>
                </a:ext>
              </a:extLst>
            </p:cNvPr>
            <p:cNvSpPr/>
            <p:nvPr/>
          </p:nvSpPr>
          <p:spPr>
            <a:xfrm>
              <a:off x="1109127" y="738912"/>
              <a:ext cx="1205264" cy="6619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69" name="Retângulo 2668">
              <a:extLst>
                <a:ext uri="{FF2B5EF4-FFF2-40B4-BE49-F238E27FC236}">
                  <a16:creationId xmlns:a16="http://schemas.microsoft.com/office/drawing/2014/main" id="{94557AD5-4C6F-33AB-09D0-5AE38DA86F2E}"/>
                </a:ext>
              </a:extLst>
            </p:cNvPr>
            <p:cNvSpPr/>
            <p:nvPr/>
          </p:nvSpPr>
          <p:spPr>
            <a:xfrm>
              <a:off x="1102284" y="277843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932" name="Agrupar 931">
            <a:extLst>
              <a:ext uri="{FF2B5EF4-FFF2-40B4-BE49-F238E27FC236}">
                <a16:creationId xmlns:a16="http://schemas.microsoft.com/office/drawing/2014/main" id="{EB8569ED-2DEA-FFC9-B365-240C63BF6CE5}"/>
              </a:ext>
            </a:extLst>
          </p:cNvPr>
          <p:cNvGrpSpPr/>
          <p:nvPr/>
        </p:nvGrpSpPr>
        <p:grpSpPr>
          <a:xfrm>
            <a:off x="2370745" y="5314407"/>
            <a:ext cx="1212209" cy="998901"/>
            <a:chOff x="2370745" y="280076"/>
            <a:chExt cx="1212209" cy="998901"/>
          </a:xfrm>
        </p:grpSpPr>
        <p:grpSp>
          <p:nvGrpSpPr>
            <p:cNvPr id="933" name="Agrupar 932">
              <a:extLst>
                <a:ext uri="{FF2B5EF4-FFF2-40B4-BE49-F238E27FC236}">
                  <a16:creationId xmlns:a16="http://schemas.microsoft.com/office/drawing/2014/main" id="{299DE68F-998B-6189-E483-57CFC37EF6CA}"/>
                </a:ext>
              </a:extLst>
            </p:cNvPr>
            <p:cNvGrpSpPr/>
            <p:nvPr/>
          </p:nvGrpSpPr>
          <p:grpSpPr>
            <a:xfrm rot="16200000">
              <a:off x="2472534" y="290148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1121" name="Agrupar 1120">
                <a:extLst>
                  <a:ext uri="{FF2B5EF4-FFF2-40B4-BE49-F238E27FC236}">
                    <a16:creationId xmlns:a16="http://schemas.microsoft.com/office/drawing/2014/main" id="{7003776C-5DB9-0400-0E61-59D8CFA3F865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1159" name="Retângulo: Cantos Arredondados 1158">
                  <a:extLst>
                    <a:ext uri="{FF2B5EF4-FFF2-40B4-BE49-F238E27FC236}">
                      <a16:creationId xmlns:a16="http://schemas.microsoft.com/office/drawing/2014/main" id="{8905C80B-7FBA-2EE1-B864-82DBD35CAB04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160" name="Oval 710">
                  <a:extLst>
                    <a:ext uri="{FF2B5EF4-FFF2-40B4-BE49-F238E27FC236}">
                      <a16:creationId xmlns:a16="http://schemas.microsoft.com/office/drawing/2014/main" id="{FBE5799A-4959-7B0C-1937-272486E63CF0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61" name="Oval 711">
                  <a:extLst>
                    <a:ext uri="{FF2B5EF4-FFF2-40B4-BE49-F238E27FC236}">
                      <a16:creationId xmlns:a16="http://schemas.microsoft.com/office/drawing/2014/main" id="{ABB3C72B-0671-D531-9372-A877A65CED3D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1123" name="Agrupar 1122">
                <a:extLst>
                  <a:ext uri="{FF2B5EF4-FFF2-40B4-BE49-F238E27FC236}">
                    <a16:creationId xmlns:a16="http://schemas.microsoft.com/office/drawing/2014/main" id="{9609B897-F155-244B-0886-8F247A475780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1126" name="Imagem 1125">
                  <a:extLst>
                    <a:ext uri="{FF2B5EF4-FFF2-40B4-BE49-F238E27FC236}">
                      <a16:creationId xmlns:a16="http://schemas.microsoft.com/office/drawing/2014/main" id="{B4DF34A8-57C0-06CC-083F-F975CD9258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27" name="Imagem 1126">
                  <a:extLst>
                    <a:ext uri="{FF2B5EF4-FFF2-40B4-BE49-F238E27FC236}">
                      <a16:creationId xmlns:a16="http://schemas.microsoft.com/office/drawing/2014/main" id="{0B89F255-BEAD-86FB-FC42-362F3996BB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28" name="Imagem 1127">
                  <a:extLst>
                    <a:ext uri="{FF2B5EF4-FFF2-40B4-BE49-F238E27FC236}">
                      <a16:creationId xmlns:a16="http://schemas.microsoft.com/office/drawing/2014/main" id="{518168D7-6F6F-A8D6-CC96-6FC65F98BF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29" name="Imagem 1128">
                  <a:extLst>
                    <a:ext uri="{FF2B5EF4-FFF2-40B4-BE49-F238E27FC236}">
                      <a16:creationId xmlns:a16="http://schemas.microsoft.com/office/drawing/2014/main" id="{0F220650-4851-A2E1-243E-524CC1B062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30" name="Imagem 1129">
                  <a:extLst>
                    <a:ext uri="{FF2B5EF4-FFF2-40B4-BE49-F238E27FC236}">
                      <a16:creationId xmlns:a16="http://schemas.microsoft.com/office/drawing/2014/main" id="{38711213-C78F-5CAB-FE70-EB5255981D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31" name="Imagem 1130">
                  <a:extLst>
                    <a:ext uri="{FF2B5EF4-FFF2-40B4-BE49-F238E27FC236}">
                      <a16:creationId xmlns:a16="http://schemas.microsoft.com/office/drawing/2014/main" id="{B408D516-B129-1C3D-0024-09E9DC67CF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33" name="Imagem 1132">
                  <a:extLst>
                    <a:ext uri="{FF2B5EF4-FFF2-40B4-BE49-F238E27FC236}">
                      <a16:creationId xmlns:a16="http://schemas.microsoft.com/office/drawing/2014/main" id="{477DD20F-BA43-97AF-1D1C-9AD3C71901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52" name="Imagem 1151">
                  <a:extLst>
                    <a:ext uri="{FF2B5EF4-FFF2-40B4-BE49-F238E27FC236}">
                      <a16:creationId xmlns:a16="http://schemas.microsoft.com/office/drawing/2014/main" id="{590414AA-A136-B51E-A1BE-554B572007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53" name="Imagem 1152">
                  <a:extLst>
                    <a:ext uri="{FF2B5EF4-FFF2-40B4-BE49-F238E27FC236}">
                      <a16:creationId xmlns:a16="http://schemas.microsoft.com/office/drawing/2014/main" id="{DC480E84-2BD0-5C57-64D3-C553105C69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54" name="Imagem 1153">
                  <a:extLst>
                    <a:ext uri="{FF2B5EF4-FFF2-40B4-BE49-F238E27FC236}">
                      <a16:creationId xmlns:a16="http://schemas.microsoft.com/office/drawing/2014/main" id="{E20DE583-18BF-666A-080F-B6E3DB7C59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55" name="Imagem 1154">
                  <a:extLst>
                    <a:ext uri="{FF2B5EF4-FFF2-40B4-BE49-F238E27FC236}">
                      <a16:creationId xmlns:a16="http://schemas.microsoft.com/office/drawing/2014/main" id="{3C5906A8-68BF-C9E7-1B39-E8A01BE2DE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56" name="Imagem 1155">
                  <a:extLst>
                    <a:ext uri="{FF2B5EF4-FFF2-40B4-BE49-F238E27FC236}">
                      <a16:creationId xmlns:a16="http://schemas.microsoft.com/office/drawing/2014/main" id="{4916BE29-913A-0970-24E3-85955EB346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57" name="Imagem 1156">
                  <a:extLst>
                    <a:ext uri="{FF2B5EF4-FFF2-40B4-BE49-F238E27FC236}">
                      <a16:creationId xmlns:a16="http://schemas.microsoft.com/office/drawing/2014/main" id="{F3D45FEC-D39B-232D-FAD2-5DFE7A74C1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58" name="Imagem 1157">
                  <a:extLst>
                    <a:ext uri="{FF2B5EF4-FFF2-40B4-BE49-F238E27FC236}">
                      <a16:creationId xmlns:a16="http://schemas.microsoft.com/office/drawing/2014/main" id="{CDA49650-6F7C-8D75-EBBA-18C3281098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1124" name="Oval 675">
                <a:extLst>
                  <a:ext uri="{FF2B5EF4-FFF2-40B4-BE49-F238E27FC236}">
                    <a16:creationId xmlns:a16="http://schemas.microsoft.com/office/drawing/2014/main" id="{A2C6F9AB-119A-5806-4432-CE9C3C5DA5EC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5" name="Oval 676">
                <a:extLst>
                  <a:ext uri="{FF2B5EF4-FFF2-40B4-BE49-F238E27FC236}">
                    <a16:creationId xmlns:a16="http://schemas.microsoft.com/office/drawing/2014/main" id="{9799FF73-882B-9519-5BD9-9447B7547A9B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934" name="Agrupar 933">
              <a:extLst>
                <a:ext uri="{FF2B5EF4-FFF2-40B4-BE49-F238E27FC236}">
                  <a16:creationId xmlns:a16="http://schemas.microsoft.com/office/drawing/2014/main" id="{FDA977F6-7DC3-9108-7C6E-EEE2114611E4}"/>
                </a:ext>
              </a:extLst>
            </p:cNvPr>
            <p:cNvGrpSpPr/>
            <p:nvPr/>
          </p:nvGrpSpPr>
          <p:grpSpPr>
            <a:xfrm rot="16200000">
              <a:off x="3060537" y="743215"/>
              <a:ext cx="443971" cy="526627"/>
              <a:chOff x="2294843" y="784451"/>
              <a:chExt cx="3791374" cy="5020547"/>
            </a:xfrm>
            <a:solidFill>
              <a:srgbClr val="ED7D31"/>
            </a:solidFill>
          </p:grpSpPr>
          <p:grpSp>
            <p:nvGrpSpPr>
              <p:cNvPr id="1073" name="Agrupar 1072">
                <a:extLst>
                  <a:ext uri="{FF2B5EF4-FFF2-40B4-BE49-F238E27FC236}">
                    <a16:creationId xmlns:a16="http://schemas.microsoft.com/office/drawing/2014/main" id="{62358F18-38DA-C26C-A0CB-BF444438F475}"/>
                  </a:ext>
                </a:extLst>
              </p:cNvPr>
              <p:cNvGrpSpPr/>
              <p:nvPr/>
            </p:nvGrpSpPr>
            <p:grpSpPr>
              <a:xfrm>
                <a:off x="2294843" y="784451"/>
                <a:ext cx="3791374" cy="5020547"/>
                <a:chOff x="2296348" y="784461"/>
                <a:chExt cx="3791365" cy="5020584"/>
              </a:xfrm>
              <a:grpFill/>
            </p:grpSpPr>
            <p:sp>
              <p:nvSpPr>
                <p:cNvPr id="1118" name="Retângulo: Cantos Arredondados 1117">
                  <a:extLst>
                    <a:ext uri="{FF2B5EF4-FFF2-40B4-BE49-F238E27FC236}">
                      <a16:creationId xmlns:a16="http://schemas.microsoft.com/office/drawing/2014/main" id="{77D7027D-83E7-38F2-18B7-DB9801A8897A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119" name="Oval 710">
                  <a:extLst>
                    <a:ext uri="{FF2B5EF4-FFF2-40B4-BE49-F238E27FC236}">
                      <a16:creationId xmlns:a16="http://schemas.microsoft.com/office/drawing/2014/main" id="{7B8F9436-C629-9F1B-860D-B5349FF2EB4D}"/>
                    </a:ext>
                  </a:extLst>
                </p:cNvPr>
                <p:cNvSpPr/>
                <p:nvPr/>
              </p:nvSpPr>
              <p:spPr>
                <a:xfrm>
                  <a:off x="2296348" y="3078744"/>
                  <a:ext cx="431996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20" name="Oval 711">
                  <a:extLst>
                    <a:ext uri="{FF2B5EF4-FFF2-40B4-BE49-F238E27FC236}">
                      <a16:creationId xmlns:a16="http://schemas.microsoft.com/office/drawing/2014/main" id="{B0C7CFA4-9D55-FCCB-2285-4CEC5A7C5473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074" name="Agrupar 1073">
                <a:extLst>
                  <a:ext uri="{FF2B5EF4-FFF2-40B4-BE49-F238E27FC236}">
                    <a16:creationId xmlns:a16="http://schemas.microsoft.com/office/drawing/2014/main" id="{62CA957D-E556-40F7-DCC5-B136B38EA50A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1077" name="Imagem 1076">
                  <a:extLst>
                    <a:ext uri="{FF2B5EF4-FFF2-40B4-BE49-F238E27FC236}">
                      <a16:creationId xmlns:a16="http://schemas.microsoft.com/office/drawing/2014/main" id="{E8A1E97A-6C16-F9CB-7C63-EB7785580C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78" name="Imagem 1077">
                  <a:extLst>
                    <a:ext uri="{FF2B5EF4-FFF2-40B4-BE49-F238E27FC236}">
                      <a16:creationId xmlns:a16="http://schemas.microsoft.com/office/drawing/2014/main" id="{9ED369A4-24EE-0AAD-F1CD-C5126622CD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79" name="Imagem 1078">
                  <a:extLst>
                    <a:ext uri="{FF2B5EF4-FFF2-40B4-BE49-F238E27FC236}">
                      <a16:creationId xmlns:a16="http://schemas.microsoft.com/office/drawing/2014/main" id="{B918DCCE-92D0-1168-9F0A-4FCBF83325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07" name="Imagem 1106">
                  <a:extLst>
                    <a:ext uri="{FF2B5EF4-FFF2-40B4-BE49-F238E27FC236}">
                      <a16:creationId xmlns:a16="http://schemas.microsoft.com/office/drawing/2014/main" id="{EEA91400-99DD-D2E0-1245-7421B78130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08" name="Imagem 1107">
                  <a:extLst>
                    <a:ext uri="{FF2B5EF4-FFF2-40B4-BE49-F238E27FC236}">
                      <a16:creationId xmlns:a16="http://schemas.microsoft.com/office/drawing/2014/main" id="{92D3EE68-FC3D-96DC-3A95-1A67D29218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09" name="Imagem 1108">
                  <a:extLst>
                    <a:ext uri="{FF2B5EF4-FFF2-40B4-BE49-F238E27FC236}">
                      <a16:creationId xmlns:a16="http://schemas.microsoft.com/office/drawing/2014/main" id="{BC45C595-9F39-2B80-7C9C-901C433BD0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10" name="Imagem 1109">
                  <a:extLst>
                    <a:ext uri="{FF2B5EF4-FFF2-40B4-BE49-F238E27FC236}">
                      <a16:creationId xmlns:a16="http://schemas.microsoft.com/office/drawing/2014/main" id="{B2733B0B-6CD4-A4AD-1EE6-5294C1A71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11" name="Imagem 1110">
                  <a:extLst>
                    <a:ext uri="{FF2B5EF4-FFF2-40B4-BE49-F238E27FC236}">
                      <a16:creationId xmlns:a16="http://schemas.microsoft.com/office/drawing/2014/main" id="{CE867274-CE7A-7F66-D36D-036F281487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12" name="Imagem 1111">
                  <a:extLst>
                    <a:ext uri="{FF2B5EF4-FFF2-40B4-BE49-F238E27FC236}">
                      <a16:creationId xmlns:a16="http://schemas.microsoft.com/office/drawing/2014/main" id="{EA0C3672-59A5-8929-8AD6-F7F6CB3FE8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13" name="Imagem 1112">
                  <a:extLst>
                    <a:ext uri="{FF2B5EF4-FFF2-40B4-BE49-F238E27FC236}">
                      <a16:creationId xmlns:a16="http://schemas.microsoft.com/office/drawing/2014/main" id="{F813A5B9-5C6E-8D7C-82FC-EA3533AE5A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14" name="Imagem 1113">
                  <a:extLst>
                    <a:ext uri="{FF2B5EF4-FFF2-40B4-BE49-F238E27FC236}">
                      <a16:creationId xmlns:a16="http://schemas.microsoft.com/office/drawing/2014/main" id="{834C95B6-3830-C392-9005-20D8D7A040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15" name="Imagem 1114">
                  <a:extLst>
                    <a:ext uri="{FF2B5EF4-FFF2-40B4-BE49-F238E27FC236}">
                      <a16:creationId xmlns:a16="http://schemas.microsoft.com/office/drawing/2014/main" id="{59C068A4-573F-A12F-0F59-0471D28A4F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16" name="Imagem 1115">
                  <a:extLst>
                    <a:ext uri="{FF2B5EF4-FFF2-40B4-BE49-F238E27FC236}">
                      <a16:creationId xmlns:a16="http://schemas.microsoft.com/office/drawing/2014/main" id="{9A04BC3C-622E-CD0F-9D40-42C9AF5DA8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17" name="Imagem 1116">
                  <a:extLst>
                    <a:ext uri="{FF2B5EF4-FFF2-40B4-BE49-F238E27FC236}">
                      <a16:creationId xmlns:a16="http://schemas.microsoft.com/office/drawing/2014/main" id="{714E59AE-0600-13BE-E465-9BB205CD26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1075" name="Oval 675">
                <a:extLst>
                  <a:ext uri="{FF2B5EF4-FFF2-40B4-BE49-F238E27FC236}">
                    <a16:creationId xmlns:a16="http://schemas.microsoft.com/office/drawing/2014/main" id="{B96245C1-4502-AE0A-1078-11B594857BCB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6" name="Oval 676">
                <a:extLst>
                  <a:ext uri="{FF2B5EF4-FFF2-40B4-BE49-F238E27FC236}">
                    <a16:creationId xmlns:a16="http://schemas.microsoft.com/office/drawing/2014/main" id="{7639E4A0-0EC6-CECE-1FB5-2D4CDF3240E4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935" name="Agrupar 934">
              <a:extLst>
                <a:ext uri="{FF2B5EF4-FFF2-40B4-BE49-F238E27FC236}">
                  <a16:creationId xmlns:a16="http://schemas.microsoft.com/office/drawing/2014/main" id="{F898EA1D-C2D2-42A1-5955-D7E35743FFB0}"/>
                </a:ext>
              </a:extLst>
            </p:cNvPr>
            <p:cNvGrpSpPr/>
            <p:nvPr/>
          </p:nvGrpSpPr>
          <p:grpSpPr>
            <a:xfrm rot="16200000">
              <a:off x="2472536" y="743209"/>
              <a:ext cx="443974" cy="526627"/>
              <a:chOff x="2294839" y="784451"/>
              <a:chExt cx="3791378" cy="5020547"/>
            </a:xfrm>
            <a:solidFill>
              <a:srgbClr val="ED7D31"/>
            </a:solidFill>
          </p:grpSpPr>
          <p:grpSp>
            <p:nvGrpSpPr>
              <p:cNvPr id="1025" name="Agrupar 1024">
                <a:extLst>
                  <a:ext uri="{FF2B5EF4-FFF2-40B4-BE49-F238E27FC236}">
                    <a16:creationId xmlns:a16="http://schemas.microsoft.com/office/drawing/2014/main" id="{A13CEAF3-E362-4A82-0FF6-9780059911C4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1070" name="Retângulo: Cantos Arredondados 1069">
                  <a:extLst>
                    <a:ext uri="{FF2B5EF4-FFF2-40B4-BE49-F238E27FC236}">
                      <a16:creationId xmlns:a16="http://schemas.microsoft.com/office/drawing/2014/main" id="{1318CCB2-5F5D-6834-4DD4-8D884E71B55D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071" name="Oval 710">
                  <a:extLst>
                    <a:ext uri="{FF2B5EF4-FFF2-40B4-BE49-F238E27FC236}">
                      <a16:creationId xmlns:a16="http://schemas.microsoft.com/office/drawing/2014/main" id="{23219010-3D28-356D-1B25-06D0FEF87705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72" name="Oval 711">
                  <a:extLst>
                    <a:ext uri="{FF2B5EF4-FFF2-40B4-BE49-F238E27FC236}">
                      <a16:creationId xmlns:a16="http://schemas.microsoft.com/office/drawing/2014/main" id="{D99A7F47-A9F3-2B26-71D5-BD76C35E4EAB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026" name="Agrupar 1025">
                <a:extLst>
                  <a:ext uri="{FF2B5EF4-FFF2-40B4-BE49-F238E27FC236}">
                    <a16:creationId xmlns:a16="http://schemas.microsoft.com/office/drawing/2014/main" id="{3F218D73-901C-5A0F-D9C6-91866C705532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1029" name="Imagem 1028">
                  <a:extLst>
                    <a:ext uri="{FF2B5EF4-FFF2-40B4-BE49-F238E27FC236}">
                      <a16:creationId xmlns:a16="http://schemas.microsoft.com/office/drawing/2014/main" id="{E2DAD399-8719-09F7-CA56-FD208A3061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32" name="Imagem 1031">
                  <a:extLst>
                    <a:ext uri="{FF2B5EF4-FFF2-40B4-BE49-F238E27FC236}">
                      <a16:creationId xmlns:a16="http://schemas.microsoft.com/office/drawing/2014/main" id="{2082D580-939A-8D8D-5C0D-33521A03CA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58" name="Imagem 1057">
                  <a:extLst>
                    <a:ext uri="{FF2B5EF4-FFF2-40B4-BE49-F238E27FC236}">
                      <a16:creationId xmlns:a16="http://schemas.microsoft.com/office/drawing/2014/main" id="{C147B59F-C701-74E2-B009-5BB852857A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59" name="Imagem 1058">
                  <a:extLst>
                    <a:ext uri="{FF2B5EF4-FFF2-40B4-BE49-F238E27FC236}">
                      <a16:creationId xmlns:a16="http://schemas.microsoft.com/office/drawing/2014/main" id="{A46507F1-E776-09FF-5FB7-E49D65D53D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0" name="Imagem 1059">
                  <a:extLst>
                    <a:ext uri="{FF2B5EF4-FFF2-40B4-BE49-F238E27FC236}">
                      <a16:creationId xmlns:a16="http://schemas.microsoft.com/office/drawing/2014/main" id="{F1132E35-4E01-30E6-27F3-84C4352C6D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1" name="Imagem 1060">
                  <a:extLst>
                    <a:ext uri="{FF2B5EF4-FFF2-40B4-BE49-F238E27FC236}">
                      <a16:creationId xmlns:a16="http://schemas.microsoft.com/office/drawing/2014/main" id="{929A3A11-6E02-7984-2AF0-8BBF00E024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2" name="Imagem 1061">
                  <a:extLst>
                    <a:ext uri="{FF2B5EF4-FFF2-40B4-BE49-F238E27FC236}">
                      <a16:creationId xmlns:a16="http://schemas.microsoft.com/office/drawing/2014/main" id="{F397F0B2-D318-9F30-E194-9B37078661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3" name="Imagem 1062">
                  <a:extLst>
                    <a:ext uri="{FF2B5EF4-FFF2-40B4-BE49-F238E27FC236}">
                      <a16:creationId xmlns:a16="http://schemas.microsoft.com/office/drawing/2014/main" id="{885BE42B-C84B-9B63-F870-9D5F5C1CE4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4" name="Imagem 1063">
                  <a:extLst>
                    <a:ext uri="{FF2B5EF4-FFF2-40B4-BE49-F238E27FC236}">
                      <a16:creationId xmlns:a16="http://schemas.microsoft.com/office/drawing/2014/main" id="{A57D548F-D5DB-33C9-24B2-7DFD90B6D9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5" name="Imagem 1064">
                  <a:extLst>
                    <a:ext uri="{FF2B5EF4-FFF2-40B4-BE49-F238E27FC236}">
                      <a16:creationId xmlns:a16="http://schemas.microsoft.com/office/drawing/2014/main" id="{EFF5A1D5-7CFF-3737-73F3-C93BA763D8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6" name="Imagem 1065">
                  <a:extLst>
                    <a:ext uri="{FF2B5EF4-FFF2-40B4-BE49-F238E27FC236}">
                      <a16:creationId xmlns:a16="http://schemas.microsoft.com/office/drawing/2014/main" id="{35103F81-3BAF-FDD1-4A73-6E63D3A4F8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7" name="Imagem 1066">
                  <a:extLst>
                    <a:ext uri="{FF2B5EF4-FFF2-40B4-BE49-F238E27FC236}">
                      <a16:creationId xmlns:a16="http://schemas.microsoft.com/office/drawing/2014/main" id="{AEB23E6D-E7E9-9C2B-FFC7-6E09BA89F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8" name="Imagem 1067">
                  <a:extLst>
                    <a:ext uri="{FF2B5EF4-FFF2-40B4-BE49-F238E27FC236}">
                      <a16:creationId xmlns:a16="http://schemas.microsoft.com/office/drawing/2014/main" id="{849D3235-105B-2E84-FF6D-10045ECDDF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69" name="Imagem 1068">
                  <a:extLst>
                    <a:ext uri="{FF2B5EF4-FFF2-40B4-BE49-F238E27FC236}">
                      <a16:creationId xmlns:a16="http://schemas.microsoft.com/office/drawing/2014/main" id="{9A49FDB6-C926-4751-C7F1-ACC1FF1A4A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1027" name="Oval 675">
                <a:extLst>
                  <a:ext uri="{FF2B5EF4-FFF2-40B4-BE49-F238E27FC236}">
                    <a16:creationId xmlns:a16="http://schemas.microsoft.com/office/drawing/2014/main" id="{8A6612BF-29AB-3F29-4D5C-AAE33F42753A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28" name="Oval 676">
                <a:extLst>
                  <a:ext uri="{FF2B5EF4-FFF2-40B4-BE49-F238E27FC236}">
                    <a16:creationId xmlns:a16="http://schemas.microsoft.com/office/drawing/2014/main" id="{50DB061F-724A-63B6-EEF3-C5F26BA0F212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936" name="Agrupar 935">
              <a:extLst>
                <a:ext uri="{FF2B5EF4-FFF2-40B4-BE49-F238E27FC236}">
                  <a16:creationId xmlns:a16="http://schemas.microsoft.com/office/drawing/2014/main" id="{2D7BAF65-B4C7-9945-0E5F-3B727983BF9C}"/>
                </a:ext>
              </a:extLst>
            </p:cNvPr>
            <p:cNvGrpSpPr/>
            <p:nvPr/>
          </p:nvGrpSpPr>
          <p:grpSpPr>
            <a:xfrm rot="16200000">
              <a:off x="3060536" y="290157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940" name="Agrupar 939">
                <a:extLst>
                  <a:ext uri="{FF2B5EF4-FFF2-40B4-BE49-F238E27FC236}">
                    <a16:creationId xmlns:a16="http://schemas.microsoft.com/office/drawing/2014/main" id="{AD8B51CA-874C-2F1C-8A89-ABA0B92AE0E0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958" name="Retângulo: Cantos Arredondados 957">
                  <a:extLst>
                    <a:ext uri="{FF2B5EF4-FFF2-40B4-BE49-F238E27FC236}">
                      <a16:creationId xmlns:a16="http://schemas.microsoft.com/office/drawing/2014/main" id="{E2347D6F-CE90-BF77-37C3-ECFF0AA1B60E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959" name="Oval 710">
                  <a:extLst>
                    <a:ext uri="{FF2B5EF4-FFF2-40B4-BE49-F238E27FC236}">
                      <a16:creationId xmlns:a16="http://schemas.microsoft.com/office/drawing/2014/main" id="{9A976326-197C-C97A-BB6C-642FBE31A703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24" name="Oval 711">
                  <a:extLst>
                    <a:ext uri="{FF2B5EF4-FFF2-40B4-BE49-F238E27FC236}">
                      <a16:creationId xmlns:a16="http://schemas.microsoft.com/office/drawing/2014/main" id="{232F0F1A-2EF7-67A3-9133-EC1D0D6E762F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941" name="Agrupar 940">
                <a:extLst>
                  <a:ext uri="{FF2B5EF4-FFF2-40B4-BE49-F238E27FC236}">
                    <a16:creationId xmlns:a16="http://schemas.microsoft.com/office/drawing/2014/main" id="{DFA3D632-6CA4-1A59-8318-DB0284CD9D17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944" name="Imagem 943">
                  <a:extLst>
                    <a:ext uri="{FF2B5EF4-FFF2-40B4-BE49-F238E27FC236}">
                      <a16:creationId xmlns:a16="http://schemas.microsoft.com/office/drawing/2014/main" id="{4EE87D0B-D27B-970D-CDC4-C41C905B66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45" name="Imagem 944">
                  <a:extLst>
                    <a:ext uri="{FF2B5EF4-FFF2-40B4-BE49-F238E27FC236}">
                      <a16:creationId xmlns:a16="http://schemas.microsoft.com/office/drawing/2014/main" id="{7096B1A7-2C52-2EBB-29FC-88BCC164B2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46" name="Imagem 945">
                  <a:extLst>
                    <a:ext uri="{FF2B5EF4-FFF2-40B4-BE49-F238E27FC236}">
                      <a16:creationId xmlns:a16="http://schemas.microsoft.com/office/drawing/2014/main" id="{ACEC163F-704C-61B7-B319-6D07744C94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47" name="Imagem 946">
                  <a:extLst>
                    <a:ext uri="{FF2B5EF4-FFF2-40B4-BE49-F238E27FC236}">
                      <a16:creationId xmlns:a16="http://schemas.microsoft.com/office/drawing/2014/main" id="{6C27FB63-6478-0BBE-28CD-13BC7B2623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48" name="Imagem 947">
                  <a:extLst>
                    <a:ext uri="{FF2B5EF4-FFF2-40B4-BE49-F238E27FC236}">
                      <a16:creationId xmlns:a16="http://schemas.microsoft.com/office/drawing/2014/main" id="{4020AE41-4BE4-6EAF-7994-AA07453D57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49" name="Imagem 948">
                  <a:extLst>
                    <a:ext uri="{FF2B5EF4-FFF2-40B4-BE49-F238E27FC236}">
                      <a16:creationId xmlns:a16="http://schemas.microsoft.com/office/drawing/2014/main" id="{448E8C9F-3CF0-29A3-EA17-0B9EC12CD7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50" name="Imagem 949">
                  <a:extLst>
                    <a:ext uri="{FF2B5EF4-FFF2-40B4-BE49-F238E27FC236}">
                      <a16:creationId xmlns:a16="http://schemas.microsoft.com/office/drawing/2014/main" id="{6106AE51-CAEB-7FFB-9478-6BA2037B70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51" name="Imagem 950">
                  <a:extLst>
                    <a:ext uri="{FF2B5EF4-FFF2-40B4-BE49-F238E27FC236}">
                      <a16:creationId xmlns:a16="http://schemas.microsoft.com/office/drawing/2014/main" id="{8EA66192-2ABD-68AB-FB90-9B30216B5F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52" name="Imagem 951">
                  <a:extLst>
                    <a:ext uri="{FF2B5EF4-FFF2-40B4-BE49-F238E27FC236}">
                      <a16:creationId xmlns:a16="http://schemas.microsoft.com/office/drawing/2014/main" id="{1941DC3E-77B8-47D7-E35D-22E2B9968D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53" name="Imagem 952">
                  <a:extLst>
                    <a:ext uri="{FF2B5EF4-FFF2-40B4-BE49-F238E27FC236}">
                      <a16:creationId xmlns:a16="http://schemas.microsoft.com/office/drawing/2014/main" id="{1D831571-2E60-8EB1-CA13-2692F376B4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54" name="Imagem 953">
                  <a:extLst>
                    <a:ext uri="{FF2B5EF4-FFF2-40B4-BE49-F238E27FC236}">
                      <a16:creationId xmlns:a16="http://schemas.microsoft.com/office/drawing/2014/main" id="{CC5022A0-193C-78F7-E2AD-2110D906F9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55" name="Imagem 954">
                  <a:extLst>
                    <a:ext uri="{FF2B5EF4-FFF2-40B4-BE49-F238E27FC236}">
                      <a16:creationId xmlns:a16="http://schemas.microsoft.com/office/drawing/2014/main" id="{F790F264-ABAF-6813-139C-51E863E6F4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56" name="Imagem 955">
                  <a:extLst>
                    <a:ext uri="{FF2B5EF4-FFF2-40B4-BE49-F238E27FC236}">
                      <a16:creationId xmlns:a16="http://schemas.microsoft.com/office/drawing/2014/main" id="{6667256F-27B3-641E-CBE4-30BC544AFD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57" name="Imagem 956">
                  <a:extLst>
                    <a:ext uri="{FF2B5EF4-FFF2-40B4-BE49-F238E27FC236}">
                      <a16:creationId xmlns:a16="http://schemas.microsoft.com/office/drawing/2014/main" id="{F2CC55BA-1828-ADD5-5AAB-63559311F9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942" name="Oval 675">
                <a:extLst>
                  <a:ext uri="{FF2B5EF4-FFF2-40B4-BE49-F238E27FC236}">
                    <a16:creationId xmlns:a16="http://schemas.microsoft.com/office/drawing/2014/main" id="{53B59E87-381A-7FE0-841B-1F76C6B18618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3" name="Oval 676">
                <a:extLst>
                  <a:ext uri="{FF2B5EF4-FFF2-40B4-BE49-F238E27FC236}">
                    <a16:creationId xmlns:a16="http://schemas.microsoft.com/office/drawing/2014/main" id="{BB620F27-1A73-B60C-58CC-1860E882938A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937" name="Retângulo 936">
              <a:extLst>
                <a:ext uri="{FF2B5EF4-FFF2-40B4-BE49-F238E27FC236}">
                  <a16:creationId xmlns:a16="http://schemas.microsoft.com/office/drawing/2014/main" id="{84A5D69A-2567-EB05-166A-BA23E60E5324}"/>
                </a:ext>
              </a:extLst>
            </p:cNvPr>
            <p:cNvSpPr/>
            <p:nvPr/>
          </p:nvSpPr>
          <p:spPr>
            <a:xfrm>
              <a:off x="2377690" y="1201478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38" name="Retângulo 937">
              <a:extLst>
                <a:ext uri="{FF2B5EF4-FFF2-40B4-BE49-F238E27FC236}">
                  <a16:creationId xmlns:a16="http://schemas.microsoft.com/office/drawing/2014/main" id="{912FC358-2E03-E297-6AE1-CDEBF15122BC}"/>
                </a:ext>
              </a:extLst>
            </p:cNvPr>
            <p:cNvSpPr/>
            <p:nvPr/>
          </p:nvSpPr>
          <p:spPr>
            <a:xfrm>
              <a:off x="2371632" y="746827"/>
              <a:ext cx="1205264" cy="6619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39" name="Retângulo 938">
              <a:extLst>
                <a:ext uri="{FF2B5EF4-FFF2-40B4-BE49-F238E27FC236}">
                  <a16:creationId xmlns:a16="http://schemas.microsoft.com/office/drawing/2014/main" id="{07C6C93C-8A0E-3AD3-BDB3-63F5531003A3}"/>
                </a:ext>
              </a:extLst>
            </p:cNvPr>
            <p:cNvSpPr/>
            <p:nvPr/>
          </p:nvSpPr>
          <p:spPr>
            <a:xfrm>
              <a:off x="2370745" y="280076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2386413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41EE6A7-372A-9D27-6E64-D135C38E9C58}"/>
              </a:ext>
            </a:extLst>
          </p:cNvPr>
          <p:cNvSpPr/>
          <p:nvPr/>
        </p:nvSpPr>
        <p:spPr>
          <a:xfrm rot="5400000">
            <a:off x="2178666" y="2162193"/>
            <a:ext cx="4043956" cy="4192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11" name="Agrupar 510">
            <a:extLst>
              <a:ext uri="{FF2B5EF4-FFF2-40B4-BE49-F238E27FC236}">
                <a16:creationId xmlns:a16="http://schemas.microsoft.com/office/drawing/2014/main" id="{1E5512AA-07D0-23E6-68F7-F43C33CC4ACC}"/>
              </a:ext>
            </a:extLst>
          </p:cNvPr>
          <p:cNvGrpSpPr/>
          <p:nvPr/>
        </p:nvGrpSpPr>
        <p:grpSpPr>
          <a:xfrm>
            <a:off x="2104540" y="1717723"/>
            <a:ext cx="4192206" cy="369332"/>
            <a:chOff x="1222790" y="1479389"/>
            <a:chExt cx="3600000" cy="369332"/>
          </a:xfrm>
        </p:grpSpPr>
        <p:cxnSp>
          <p:nvCxnSpPr>
            <p:cNvPr id="21" name="Conexão reta unidirecional 20">
              <a:extLst>
                <a:ext uri="{FF2B5EF4-FFF2-40B4-BE49-F238E27FC236}">
                  <a16:creationId xmlns:a16="http://schemas.microsoft.com/office/drawing/2014/main" id="{D764FFA7-8B88-AF50-F4D9-12BA213FDD3B}"/>
                </a:ext>
              </a:extLst>
            </p:cNvPr>
            <p:cNvCxnSpPr/>
            <p:nvPr/>
          </p:nvCxnSpPr>
          <p:spPr>
            <a:xfrm>
              <a:off x="1222790" y="1821002"/>
              <a:ext cx="360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ED36389C-AC90-993B-EE6C-5A5AAE822651}"/>
                </a:ext>
              </a:extLst>
            </p:cNvPr>
            <p:cNvSpPr txBox="1"/>
            <p:nvPr/>
          </p:nvSpPr>
          <p:spPr>
            <a:xfrm>
              <a:off x="2772685" y="1479389"/>
              <a:ext cx="822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/>
                <a:t>500 mm</a:t>
              </a:r>
            </a:p>
          </p:txBody>
        </p:sp>
      </p:grpSp>
      <p:grpSp>
        <p:nvGrpSpPr>
          <p:cNvPr id="512" name="Agrupar 511">
            <a:extLst>
              <a:ext uri="{FF2B5EF4-FFF2-40B4-BE49-F238E27FC236}">
                <a16:creationId xmlns:a16="http://schemas.microsoft.com/office/drawing/2014/main" id="{34BB61CD-EEAD-C86F-24C6-17193202AE53}"/>
              </a:ext>
            </a:extLst>
          </p:cNvPr>
          <p:cNvGrpSpPr/>
          <p:nvPr/>
        </p:nvGrpSpPr>
        <p:grpSpPr>
          <a:xfrm>
            <a:off x="6546922" y="2236316"/>
            <a:ext cx="1123385" cy="4043957"/>
            <a:chOff x="4980683" y="1962216"/>
            <a:chExt cx="1123385" cy="4360877"/>
          </a:xfrm>
        </p:grpSpPr>
        <p:cxnSp>
          <p:nvCxnSpPr>
            <p:cNvPr id="27" name="Conexão reta unidirecional 26">
              <a:extLst>
                <a:ext uri="{FF2B5EF4-FFF2-40B4-BE49-F238E27FC236}">
                  <a16:creationId xmlns:a16="http://schemas.microsoft.com/office/drawing/2014/main" id="{D81534D1-A687-48A7-55BD-D2F55DA948FE}"/>
                </a:ext>
              </a:extLst>
            </p:cNvPr>
            <p:cNvCxnSpPr>
              <a:cxnSpLocks/>
            </p:cNvCxnSpPr>
            <p:nvPr/>
          </p:nvCxnSpPr>
          <p:spPr>
            <a:xfrm>
              <a:off x="4980683" y="1962216"/>
              <a:ext cx="0" cy="436087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25F871FC-A367-BAA9-E5B4-35EBB1F7279E}"/>
                </a:ext>
              </a:extLst>
            </p:cNvPr>
            <p:cNvSpPr txBox="1"/>
            <p:nvPr/>
          </p:nvSpPr>
          <p:spPr>
            <a:xfrm>
              <a:off x="4981691" y="3957988"/>
              <a:ext cx="1122377" cy="398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dirty="0"/>
                <a:t>600 mm</a:t>
              </a:r>
            </a:p>
          </p:txBody>
        </p:sp>
      </p:grpSp>
      <p:grpSp>
        <p:nvGrpSpPr>
          <p:cNvPr id="513" name="Agrupar 512">
            <a:extLst>
              <a:ext uri="{FF2B5EF4-FFF2-40B4-BE49-F238E27FC236}">
                <a16:creationId xmlns:a16="http://schemas.microsoft.com/office/drawing/2014/main" id="{6EA8100D-F801-8F93-61AD-C903D274E296}"/>
              </a:ext>
            </a:extLst>
          </p:cNvPr>
          <p:cNvGrpSpPr/>
          <p:nvPr/>
        </p:nvGrpSpPr>
        <p:grpSpPr>
          <a:xfrm rot="16200000">
            <a:off x="5822815" y="2945320"/>
            <a:ext cx="307777" cy="692818"/>
            <a:chOff x="6711623" y="5758658"/>
            <a:chExt cx="307777" cy="692818"/>
          </a:xfrm>
        </p:grpSpPr>
        <p:sp>
          <p:nvSpPr>
            <p:cNvPr id="514" name="CaixaDeTexto 513">
              <a:extLst>
                <a:ext uri="{FF2B5EF4-FFF2-40B4-BE49-F238E27FC236}">
                  <a16:creationId xmlns:a16="http://schemas.microsoft.com/office/drawing/2014/main" id="{81231EFF-4EE5-12FC-2B13-F932F9FD1710}"/>
                </a:ext>
              </a:extLst>
            </p:cNvPr>
            <p:cNvSpPr txBox="1"/>
            <p:nvPr/>
          </p:nvSpPr>
          <p:spPr>
            <a:xfrm rot="5400000">
              <a:off x="6519103" y="5951178"/>
              <a:ext cx="692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dirty="0"/>
                <a:t>65 mm</a:t>
              </a:r>
            </a:p>
          </p:txBody>
        </p:sp>
        <p:cxnSp>
          <p:nvCxnSpPr>
            <p:cNvPr id="515" name="Conexão reta unidirecional 29">
              <a:extLst>
                <a:ext uri="{FF2B5EF4-FFF2-40B4-BE49-F238E27FC236}">
                  <a16:creationId xmlns:a16="http://schemas.microsoft.com/office/drawing/2014/main" id="{CD129AD9-E8C5-0625-B8B9-31841F6EF1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720" y="5767168"/>
              <a:ext cx="0" cy="62994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Agrupar 515">
            <a:extLst>
              <a:ext uri="{FF2B5EF4-FFF2-40B4-BE49-F238E27FC236}">
                <a16:creationId xmlns:a16="http://schemas.microsoft.com/office/drawing/2014/main" id="{28C3231C-2AA5-C16A-A16C-FD78767A36E6}"/>
              </a:ext>
            </a:extLst>
          </p:cNvPr>
          <p:cNvGrpSpPr/>
          <p:nvPr/>
        </p:nvGrpSpPr>
        <p:grpSpPr>
          <a:xfrm rot="16200000">
            <a:off x="4406809" y="4479829"/>
            <a:ext cx="1126273" cy="1280474"/>
            <a:chOff x="7475362" y="4932232"/>
            <a:chExt cx="1014431" cy="1067656"/>
          </a:xfrm>
        </p:grpSpPr>
        <p:grpSp>
          <p:nvGrpSpPr>
            <p:cNvPr id="517" name="Agrupar 516">
              <a:extLst>
                <a:ext uri="{FF2B5EF4-FFF2-40B4-BE49-F238E27FC236}">
                  <a16:creationId xmlns:a16="http://schemas.microsoft.com/office/drawing/2014/main" id="{2A43B024-675C-28D0-3C8B-C8F5B561E1E4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536" name="Retângulo: Cantos Arredondados 535">
                <a:extLst>
                  <a:ext uri="{FF2B5EF4-FFF2-40B4-BE49-F238E27FC236}">
                    <a16:creationId xmlns:a16="http://schemas.microsoft.com/office/drawing/2014/main" id="{F1990EAB-99F1-9A3C-C554-F9588BB83A86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37" name="Oval 54">
                <a:extLst>
                  <a:ext uri="{FF2B5EF4-FFF2-40B4-BE49-F238E27FC236}">
                    <a16:creationId xmlns:a16="http://schemas.microsoft.com/office/drawing/2014/main" id="{AD180B0A-41F5-417E-7497-CF4062D75F78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8" name="Oval 55">
                <a:extLst>
                  <a:ext uri="{FF2B5EF4-FFF2-40B4-BE49-F238E27FC236}">
                    <a16:creationId xmlns:a16="http://schemas.microsoft.com/office/drawing/2014/main" id="{FF3302A6-F8DD-DED1-B768-F0BE6F346A2C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9" name="Retângulo 538">
                <a:extLst>
                  <a:ext uri="{FF2B5EF4-FFF2-40B4-BE49-F238E27FC236}">
                    <a16:creationId xmlns:a16="http://schemas.microsoft.com/office/drawing/2014/main" id="{31525DC6-D64A-A6DA-0E82-D6B1808CFF38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0" name="Retângulo 539">
                <a:extLst>
                  <a:ext uri="{FF2B5EF4-FFF2-40B4-BE49-F238E27FC236}">
                    <a16:creationId xmlns:a16="http://schemas.microsoft.com/office/drawing/2014/main" id="{C06B47C2-500E-F2D3-21E8-3DCCF8823251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18" name="Agrupar 517">
              <a:extLst>
                <a:ext uri="{FF2B5EF4-FFF2-40B4-BE49-F238E27FC236}">
                  <a16:creationId xmlns:a16="http://schemas.microsoft.com/office/drawing/2014/main" id="{BE928087-8F66-CF45-18C3-004C13F3F762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519" name="Agrupar 518">
                <a:extLst>
                  <a:ext uri="{FF2B5EF4-FFF2-40B4-BE49-F238E27FC236}">
                    <a16:creationId xmlns:a16="http://schemas.microsoft.com/office/drawing/2014/main" id="{AE3F1AC4-52B2-D3B7-AA27-A9BD6CE2D30C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522" name="Imagem 521">
                  <a:extLst>
                    <a:ext uri="{FF2B5EF4-FFF2-40B4-BE49-F238E27FC236}">
                      <a16:creationId xmlns:a16="http://schemas.microsoft.com/office/drawing/2014/main" id="{2DDAED33-2251-29CD-7E0C-C423AF49AE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3" name="Imagem 522">
                  <a:extLst>
                    <a:ext uri="{FF2B5EF4-FFF2-40B4-BE49-F238E27FC236}">
                      <a16:creationId xmlns:a16="http://schemas.microsoft.com/office/drawing/2014/main" id="{81257EFE-BEC9-6679-C504-ED2EB37CC2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4" name="Imagem 523">
                  <a:extLst>
                    <a:ext uri="{FF2B5EF4-FFF2-40B4-BE49-F238E27FC236}">
                      <a16:creationId xmlns:a16="http://schemas.microsoft.com/office/drawing/2014/main" id="{8B9FDAD9-0C2C-B327-2DAC-94659D37D3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5" name="Imagem 524">
                  <a:extLst>
                    <a:ext uri="{FF2B5EF4-FFF2-40B4-BE49-F238E27FC236}">
                      <a16:creationId xmlns:a16="http://schemas.microsoft.com/office/drawing/2014/main" id="{21A1CBD5-1A96-4659-BE36-063A2C0812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6" name="Imagem 525">
                  <a:extLst>
                    <a:ext uri="{FF2B5EF4-FFF2-40B4-BE49-F238E27FC236}">
                      <a16:creationId xmlns:a16="http://schemas.microsoft.com/office/drawing/2014/main" id="{3391E223-889E-A2BD-493E-74191BFC2B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7" name="Imagem 526">
                  <a:extLst>
                    <a:ext uri="{FF2B5EF4-FFF2-40B4-BE49-F238E27FC236}">
                      <a16:creationId xmlns:a16="http://schemas.microsoft.com/office/drawing/2014/main" id="{4CCACB5C-A9E5-3868-1FAA-5A32CBC7AC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8" name="Imagem 527">
                  <a:extLst>
                    <a:ext uri="{FF2B5EF4-FFF2-40B4-BE49-F238E27FC236}">
                      <a16:creationId xmlns:a16="http://schemas.microsoft.com/office/drawing/2014/main" id="{0E3E2EF5-1C3E-7EBB-29E4-FB4BB25862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9" name="Imagem 528">
                  <a:extLst>
                    <a:ext uri="{FF2B5EF4-FFF2-40B4-BE49-F238E27FC236}">
                      <a16:creationId xmlns:a16="http://schemas.microsoft.com/office/drawing/2014/main" id="{0CB3CA96-8DDD-5059-9F87-2BDAC0B8DB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0" name="Imagem 529">
                  <a:extLst>
                    <a:ext uri="{FF2B5EF4-FFF2-40B4-BE49-F238E27FC236}">
                      <a16:creationId xmlns:a16="http://schemas.microsoft.com/office/drawing/2014/main" id="{FB63C897-7F8E-9649-1493-1592A8343A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1" name="Imagem 530">
                  <a:extLst>
                    <a:ext uri="{FF2B5EF4-FFF2-40B4-BE49-F238E27FC236}">
                      <a16:creationId xmlns:a16="http://schemas.microsoft.com/office/drawing/2014/main" id="{76CD357F-5BDA-46E2-B45A-08F6962A04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2" name="Imagem 531">
                  <a:extLst>
                    <a:ext uri="{FF2B5EF4-FFF2-40B4-BE49-F238E27FC236}">
                      <a16:creationId xmlns:a16="http://schemas.microsoft.com/office/drawing/2014/main" id="{BACB0380-11B1-7B7C-EAA5-9DAB20E06F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3" name="Imagem 532">
                  <a:extLst>
                    <a:ext uri="{FF2B5EF4-FFF2-40B4-BE49-F238E27FC236}">
                      <a16:creationId xmlns:a16="http://schemas.microsoft.com/office/drawing/2014/main" id="{6C10B86B-3DFD-F092-F5B1-09D463C657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4" name="Imagem 533">
                  <a:extLst>
                    <a:ext uri="{FF2B5EF4-FFF2-40B4-BE49-F238E27FC236}">
                      <a16:creationId xmlns:a16="http://schemas.microsoft.com/office/drawing/2014/main" id="{5C930516-AD9D-4117-9DD0-4F4C2E9868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535" name="Imagem 534">
                  <a:extLst>
                    <a:ext uri="{FF2B5EF4-FFF2-40B4-BE49-F238E27FC236}">
                      <a16:creationId xmlns:a16="http://schemas.microsoft.com/office/drawing/2014/main" id="{3889C67A-B71B-F303-84DD-58045A7B5E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520" name="Oval 37">
                <a:extLst>
                  <a:ext uri="{FF2B5EF4-FFF2-40B4-BE49-F238E27FC236}">
                    <a16:creationId xmlns:a16="http://schemas.microsoft.com/office/drawing/2014/main" id="{52E89CE6-FB42-8EC0-D40D-39F04F25780D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21" name="Oval 38">
                <a:extLst>
                  <a:ext uri="{FF2B5EF4-FFF2-40B4-BE49-F238E27FC236}">
                    <a16:creationId xmlns:a16="http://schemas.microsoft.com/office/drawing/2014/main" id="{03BB3789-99A3-9C25-0E62-9EE8BD42C45F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569" name="Agrupar 568">
            <a:extLst>
              <a:ext uri="{FF2B5EF4-FFF2-40B4-BE49-F238E27FC236}">
                <a16:creationId xmlns:a16="http://schemas.microsoft.com/office/drawing/2014/main" id="{E64FEC1D-3691-0562-8080-AB615E47D018}"/>
              </a:ext>
            </a:extLst>
          </p:cNvPr>
          <p:cNvGrpSpPr/>
          <p:nvPr/>
        </p:nvGrpSpPr>
        <p:grpSpPr>
          <a:xfrm rot="16200000">
            <a:off x="4415412" y="2775633"/>
            <a:ext cx="1100559" cy="1279792"/>
            <a:chOff x="7475362" y="4932232"/>
            <a:chExt cx="1014431" cy="1067656"/>
          </a:xfrm>
        </p:grpSpPr>
        <p:grpSp>
          <p:nvGrpSpPr>
            <p:cNvPr id="571" name="Agrupar 570">
              <a:extLst>
                <a:ext uri="{FF2B5EF4-FFF2-40B4-BE49-F238E27FC236}">
                  <a16:creationId xmlns:a16="http://schemas.microsoft.com/office/drawing/2014/main" id="{BDA726A1-9369-B31C-5D7F-31A40CE15388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590" name="Retângulo: Cantos Arredondados 589">
                <a:extLst>
                  <a:ext uri="{FF2B5EF4-FFF2-40B4-BE49-F238E27FC236}">
                    <a16:creationId xmlns:a16="http://schemas.microsoft.com/office/drawing/2014/main" id="{4369437D-82F3-8BCC-D0B3-CAC3C0AD8FE7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91" name="Oval 54">
                <a:extLst>
                  <a:ext uri="{FF2B5EF4-FFF2-40B4-BE49-F238E27FC236}">
                    <a16:creationId xmlns:a16="http://schemas.microsoft.com/office/drawing/2014/main" id="{DB5D53A9-036A-FF8E-E44A-FBA961C961FD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2" name="Oval 55">
                <a:extLst>
                  <a:ext uri="{FF2B5EF4-FFF2-40B4-BE49-F238E27FC236}">
                    <a16:creationId xmlns:a16="http://schemas.microsoft.com/office/drawing/2014/main" id="{082D4A52-76B1-87F2-1757-9DA1544B971E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3" name="Retângulo 592">
                <a:extLst>
                  <a:ext uri="{FF2B5EF4-FFF2-40B4-BE49-F238E27FC236}">
                    <a16:creationId xmlns:a16="http://schemas.microsoft.com/office/drawing/2014/main" id="{90E19FCB-A542-DB86-8EE7-686EED96A950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94" name="Retângulo 593">
                <a:extLst>
                  <a:ext uri="{FF2B5EF4-FFF2-40B4-BE49-F238E27FC236}">
                    <a16:creationId xmlns:a16="http://schemas.microsoft.com/office/drawing/2014/main" id="{B3387A19-598A-B39B-4107-70B847BC87D7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72" name="Agrupar 571">
              <a:extLst>
                <a:ext uri="{FF2B5EF4-FFF2-40B4-BE49-F238E27FC236}">
                  <a16:creationId xmlns:a16="http://schemas.microsoft.com/office/drawing/2014/main" id="{9258CD54-AA5B-9774-0CE2-AF4CC3D5EB71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573" name="Agrupar 572">
                <a:extLst>
                  <a:ext uri="{FF2B5EF4-FFF2-40B4-BE49-F238E27FC236}">
                    <a16:creationId xmlns:a16="http://schemas.microsoft.com/office/drawing/2014/main" id="{2E2A5964-B6CA-917A-0671-2FFB338DEBC4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576" name="Imagem 575">
                  <a:extLst>
                    <a:ext uri="{FF2B5EF4-FFF2-40B4-BE49-F238E27FC236}">
                      <a16:creationId xmlns:a16="http://schemas.microsoft.com/office/drawing/2014/main" id="{51B4DB1F-001D-50C4-9F1F-869A5964DD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77" name="Imagem 576">
                  <a:extLst>
                    <a:ext uri="{FF2B5EF4-FFF2-40B4-BE49-F238E27FC236}">
                      <a16:creationId xmlns:a16="http://schemas.microsoft.com/office/drawing/2014/main" id="{B1DE584D-054C-FCFC-2F38-0E90B3F653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78" name="Imagem 577">
                  <a:extLst>
                    <a:ext uri="{FF2B5EF4-FFF2-40B4-BE49-F238E27FC236}">
                      <a16:creationId xmlns:a16="http://schemas.microsoft.com/office/drawing/2014/main" id="{F33BD50C-1DB5-C775-9562-FC70A233CF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79" name="Imagem 578">
                  <a:extLst>
                    <a:ext uri="{FF2B5EF4-FFF2-40B4-BE49-F238E27FC236}">
                      <a16:creationId xmlns:a16="http://schemas.microsoft.com/office/drawing/2014/main" id="{32EB025C-D63B-8C09-2CFF-863FB6FC12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0" name="Imagem 579">
                  <a:extLst>
                    <a:ext uri="{FF2B5EF4-FFF2-40B4-BE49-F238E27FC236}">
                      <a16:creationId xmlns:a16="http://schemas.microsoft.com/office/drawing/2014/main" id="{EB5127F2-5893-595D-980C-38F3D6F513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solidFill>
                  <a:srgbClr val="FFFF00"/>
                </a:solidFill>
              </p:spPr>
            </p:pic>
            <p:pic>
              <p:nvPicPr>
                <p:cNvPr id="581" name="Imagem 580">
                  <a:extLst>
                    <a:ext uri="{FF2B5EF4-FFF2-40B4-BE49-F238E27FC236}">
                      <a16:creationId xmlns:a16="http://schemas.microsoft.com/office/drawing/2014/main" id="{969B79F2-9720-0BC3-1D7D-6CF73D900D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2" name="Imagem 581">
                  <a:extLst>
                    <a:ext uri="{FF2B5EF4-FFF2-40B4-BE49-F238E27FC236}">
                      <a16:creationId xmlns:a16="http://schemas.microsoft.com/office/drawing/2014/main" id="{D1EF4546-BEFE-A14B-173C-2E1FDB1D19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3" name="Imagem 582">
                  <a:extLst>
                    <a:ext uri="{FF2B5EF4-FFF2-40B4-BE49-F238E27FC236}">
                      <a16:creationId xmlns:a16="http://schemas.microsoft.com/office/drawing/2014/main" id="{BCD54E7D-D563-E173-47DA-F58D055185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4" name="Imagem 583">
                  <a:extLst>
                    <a:ext uri="{FF2B5EF4-FFF2-40B4-BE49-F238E27FC236}">
                      <a16:creationId xmlns:a16="http://schemas.microsoft.com/office/drawing/2014/main" id="{8A1C3429-FFD9-2942-B021-0383CA1F65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5" name="Imagem 584">
                  <a:extLst>
                    <a:ext uri="{FF2B5EF4-FFF2-40B4-BE49-F238E27FC236}">
                      <a16:creationId xmlns:a16="http://schemas.microsoft.com/office/drawing/2014/main" id="{372109AE-3C19-090B-96BE-90CD47A377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6" name="Imagem 585">
                  <a:extLst>
                    <a:ext uri="{FF2B5EF4-FFF2-40B4-BE49-F238E27FC236}">
                      <a16:creationId xmlns:a16="http://schemas.microsoft.com/office/drawing/2014/main" id="{D5D924C0-0405-955E-7325-D57FFC392B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7" name="Imagem 586">
                  <a:extLst>
                    <a:ext uri="{FF2B5EF4-FFF2-40B4-BE49-F238E27FC236}">
                      <a16:creationId xmlns:a16="http://schemas.microsoft.com/office/drawing/2014/main" id="{F59DABA7-2429-0AC3-7C91-1B1B852BFF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8" name="Imagem 587">
                  <a:extLst>
                    <a:ext uri="{FF2B5EF4-FFF2-40B4-BE49-F238E27FC236}">
                      <a16:creationId xmlns:a16="http://schemas.microsoft.com/office/drawing/2014/main" id="{A59E3C16-0240-DE5F-F079-C8870E2DCB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589" name="Imagem 588">
                  <a:extLst>
                    <a:ext uri="{FF2B5EF4-FFF2-40B4-BE49-F238E27FC236}">
                      <a16:creationId xmlns:a16="http://schemas.microsoft.com/office/drawing/2014/main" id="{61D2C23B-2199-9C82-CF69-6F79E39DDF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574" name="Oval 37">
                <a:extLst>
                  <a:ext uri="{FF2B5EF4-FFF2-40B4-BE49-F238E27FC236}">
                    <a16:creationId xmlns:a16="http://schemas.microsoft.com/office/drawing/2014/main" id="{909E780D-11E5-7229-450B-3EAC2152ABD0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5" name="Oval 38">
                <a:extLst>
                  <a:ext uri="{FF2B5EF4-FFF2-40B4-BE49-F238E27FC236}">
                    <a16:creationId xmlns:a16="http://schemas.microsoft.com/office/drawing/2014/main" id="{433A004B-55CA-2CA9-E850-7D0D3C720CE0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624" name="Agrupar 623">
            <a:extLst>
              <a:ext uri="{FF2B5EF4-FFF2-40B4-BE49-F238E27FC236}">
                <a16:creationId xmlns:a16="http://schemas.microsoft.com/office/drawing/2014/main" id="{9B3F7EDE-8F59-DFEE-495C-94816B1A1186}"/>
              </a:ext>
            </a:extLst>
          </p:cNvPr>
          <p:cNvGrpSpPr/>
          <p:nvPr/>
        </p:nvGrpSpPr>
        <p:grpSpPr>
          <a:xfrm rot="16200000">
            <a:off x="4163709" y="3803675"/>
            <a:ext cx="700977" cy="935059"/>
            <a:chOff x="7954356" y="1371183"/>
            <a:chExt cx="896429" cy="935059"/>
          </a:xfrm>
        </p:grpSpPr>
        <p:cxnSp>
          <p:nvCxnSpPr>
            <p:cNvPr id="625" name="Conexão reta unidirecional 19">
              <a:extLst>
                <a:ext uri="{FF2B5EF4-FFF2-40B4-BE49-F238E27FC236}">
                  <a16:creationId xmlns:a16="http://schemas.microsoft.com/office/drawing/2014/main" id="{88EE4617-5F0F-141E-CFC2-915B03EB39B4}"/>
                </a:ext>
              </a:extLst>
            </p:cNvPr>
            <p:cNvCxnSpPr>
              <a:cxnSpLocks/>
            </p:cNvCxnSpPr>
            <p:nvPr/>
          </p:nvCxnSpPr>
          <p:spPr>
            <a:xfrm>
              <a:off x="7954356" y="2306242"/>
              <a:ext cx="89642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6" name="CaixaDeTexto 625">
              <a:extLst>
                <a:ext uri="{FF2B5EF4-FFF2-40B4-BE49-F238E27FC236}">
                  <a16:creationId xmlns:a16="http://schemas.microsoft.com/office/drawing/2014/main" id="{CC7CB6CA-7124-5E40-8104-A4D060FF219D}"/>
                </a:ext>
              </a:extLst>
            </p:cNvPr>
            <p:cNvSpPr txBox="1"/>
            <p:nvPr/>
          </p:nvSpPr>
          <p:spPr>
            <a:xfrm rot="5400000">
              <a:off x="7946901" y="1634609"/>
              <a:ext cx="920445" cy="3935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dirty="0"/>
                <a:t>60,25 mm</a:t>
              </a:r>
            </a:p>
          </p:txBody>
        </p:sp>
      </p:grpSp>
      <p:grpSp>
        <p:nvGrpSpPr>
          <p:cNvPr id="627" name="Agrupar 626">
            <a:extLst>
              <a:ext uri="{FF2B5EF4-FFF2-40B4-BE49-F238E27FC236}">
                <a16:creationId xmlns:a16="http://schemas.microsoft.com/office/drawing/2014/main" id="{ED239B84-2D71-3616-926F-487EBDBE8038}"/>
              </a:ext>
            </a:extLst>
          </p:cNvPr>
          <p:cNvGrpSpPr/>
          <p:nvPr/>
        </p:nvGrpSpPr>
        <p:grpSpPr>
          <a:xfrm rot="16200000">
            <a:off x="4163838" y="2102856"/>
            <a:ext cx="623963" cy="1011815"/>
            <a:chOff x="8026479" y="1306208"/>
            <a:chExt cx="860767" cy="1011815"/>
          </a:xfrm>
        </p:grpSpPr>
        <p:cxnSp>
          <p:nvCxnSpPr>
            <p:cNvPr id="628" name="Conexão reta unidirecional 19">
              <a:extLst>
                <a:ext uri="{FF2B5EF4-FFF2-40B4-BE49-F238E27FC236}">
                  <a16:creationId xmlns:a16="http://schemas.microsoft.com/office/drawing/2014/main" id="{42D0569A-7778-BFF0-ED94-EBBAA56F2BF4}"/>
                </a:ext>
              </a:extLst>
            </p:cNvPr>
            <p:cNvCxnSpPr>
              <a:cxnSpLocks/>
            </p:cNvCxnSpPr>
            <p:nvPr/>
          </p:nvCxnSpPr>
          <p:spPr>
            <a:xfrm>
              <a:off x="8026479" y="2306242"/>
              <a:ext cx="8607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9" name="CaixaDeTexto 628">
              <a:extLst>
                <a:ext uri="{FF2B5EF4-FFF2-40B4-BE49-F238E27FC236}">
                  <a16:creationId xmlns:a16="http://schemas.microsoft.com/office/drawing/2014/main" id="{9A299055-1D36-BBC3-9BA0-E5A301088D2B}"/>
                </a:ext>
              </a:extLst>
            </p:cNvPr>
            <p:cNvSpPr txBox="1"/>
            <p:nvPr/>
          </p:nvSpPr>
          <p:spPr>
            <a:xfrm rot="5400000">
              <a:off x="7957079" y="1599824"/>
              <a:ext cx="1011815" cy="4245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128,88 mm</a:t>
              </a:r>
              <a:endParaRPr lang="pt-PT" sz="1400" dirty="0"/>
            </a:p>
          </p:txBody>
        </p:sp>
      </p:grpSp>
      <p:grpSp>
        <p:nvGrpSpPr>
          <p:cNvPr id="633" name="Agrupar 632">
            <a:extLst>
              <a:ext uri="{FF2B5EF4-FFF2-40B4-BE49-F238E27FC236}">
                <a16:creationId xmlns:a16="http://schemas.microsoft.com/office/drawing/2014/main" id="{AE464114-0E2A-8172-F52E-D16D378E6B34}"/>
              </a:ext>
            </a:extLst>
          </p:cNvPr>
          <p:cNvGrpSpPr/>
          <p:nvPr/>
        </p:nvGrpSpPr>
        <p:grpSpPr>
          <a:xfrm rot="16200000">
            <a:off x="4181192" y="5437928"/>
            <a:ext cx="623963" cy="1011815"/>
            <a:chOff x="8026479" y="1303560"/>
            <a:chExt cx="860767" cy="1011815"/>
          </a:xfrm>
        </p:grpSpPr>
        <p:cxnSp>
          <p:nvCxnSpPr>
            <p:cNvPr id="634" name="Conexão reta unidirecional 19">
              <a:extLst>
                <a:ext uri="{FF2B5EF4-FFF2-40B4-BE49-F238E27FC236}">
                  <a16:creationId xmlns:a16="http://schemas.microsoft.com/office/drawing/2014/main" id="{27E28544-E4E6-B9AA-FECA-784B10A065CC}"/>
                </a:ext>
              </a:extLst>
            </p:cNvPr>
            <p:cNvCxnSpPr>
              <a:cxnSpLocks/>
            </p:cNvCxnSpPr>
            <p:nvPr/>
          </p:nvCxnSpPr>
          <p:spPr>
            <a:xfrm>
              <a:off x="8026479" y="2306242"/>
              <a:ext cx="8607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5" name="CaixaDeTexto 634">
              <a:extLst>
                <a:ext uri="{FF2B5EF4-FFF2-40B4-BE49-F238E27FC236}">
                  <a16:creationId xmlns:a16="http://schemas.microsoft.com/office/drawing/2014/main" id="{1D81AAD9-CBC3-B57C-563A-FA9F321AD06B}"/>
                </a:ext>
              </a:extLst>
            </p:cNvPr>
            <p:cNvSpPr txBox="1"/>
            <p:nvPr/>
          </p:nvSpPr>
          <p:spPr>
            <a:xfrm rot="5400000">
              <a:off x="7950955" y="1597176"/>
              <a:ext cx="1011815" cy="4245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128,87 mm</a:t>
              </a:r>
              <a:endParaRPr lang="pt-PT" sz="1400" dirty="0"/>
            </a:p>
          </p:txBody>
        </p:sp>
      </p:grpSp>
      <p:sp>
        <p:nvSpPr>
          <p:cNvPr id="636" name="CaixaDeTexto 635">
            <a:extLst>
              <a:ext uri="{FF2B5EF4-FFF2-40B4-BE49-F238E27FC236}">
                <a16:creationId xmlns:a16="http://schemas.microsoft.com/office/drawing/2014/main" id="{2C4373BF-942D-C814-3364-A1CCC893B92B}"/>
              </a:ext>
            </a:extLst>
          </p:cNvPr>
          <p:cNvSpPr txBox="1"/>
          <p:nvPr/>
        </p:nvSpPr>
        <p:spPr>
          <a:xfrm>
            <a:off x="455205" y="435138"/>
            <a:ext cx="6301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Suportes na Horizontal  </a:t>
            </a:r>
          </a:p>
          <a:p>
            <a:r>
              <a:rPr lang="pt-BR" sz="3200" dirty="0">
                <a:solidFill>
                  <a:srgbClr val="C00000"/>
                </a:solidFill>
              </a:rPr>
              <a:t>Zona de Trabalho</a:t>
            </a:r>
            <a:r>
              <a:rPr lang="pt-BR" sz="3200" b="1" dirty="0"/>
              <a:t> </a:t>
            </a:r>
            <a:endParaRPr lang="pt-PT" sz="3200" b="1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014DED1-89A8-7DEF-1BC2-B349A9F048E2}"/>
              </a:ext>
            </a:extLst>
          </p:cNvPr>
          <p:cNvGrpSpPr/>
          <p:nvPr/>
        </p:nvGrpSpPr>
        <p:grpSpPr>
          <a:xfrm>
            <a:off x="10396606" y="234622"/>
            <a:ext cx="1001861" cy="1336194"/>
            <a:chOff x="1971043" y="-478275"/>
            <a:chExt cx="4252179" cy="6283272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FC1D509D-7F48-B6CD-2D28-5E8E0754B4A5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25" name="Retângulo: Cantos Arredondados 24">
                <a:extLst>
                  <a:ext uri="{FF2B5EF4-FFF2-40B4-BE49-F238E27FC236}">
                    <a16:creationId xmlns:a16="http://schemas.microsoft.com/office/drawing/2014/main" id="{FBA67F31-E605-B67F-1F32-3272D81BB8DF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" name="Oval 1644">
                <a:extLst>
                  <a:ext uri="{FF2B5EF4-FFF2-40B4-BE49-F238E27FC236}">
                    <a16:creationId xmlns:a16="http://schemas.microsoft.com/office/drawing/2014/main" id="{21CC984D-5ACF-6E0E-9E00-CBA0D1258504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8" name="Oval 1645">
                <a:extLst>
                  <a:ext uri="{FF2B5EF4-FFF2-40B4-BE49-F238E27FC236}">
                    <a16:creationId xmlns:a16="http://schemas.microsoft.com/office/drawing/2014/main" id="{8E502D7E-226C-4364-B4C0-01775813AEA4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Retângulo 28">
                <a:extLst>
                  <a:ext uri="{FF2B5EF4-FFF2-40B4-BE49-F238E27FC236}">
                    <a16:creationId xmlns:a16="http://schemas.microsoft.com/office/drawing/2014/main" id="{0D0C7388-B908-0A52-B25E-2D75E0122EDF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" name="Retângulo 29">
                <a:extLst>
                  <a:ext uri="{FF2B5EF4-FFF2-40B4-BE49-F238E27FC236}">
                    <a16:creationId xmlns:a16="http://schemas.microsoft.com/office/drawing/2014/main" id="{F805BDA8-B0A5-65CB-066C-C473740B390F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90A8EEE9-D515-3710-409F-94EFC38DDCDC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B097EC9F-CFD2-6A31-B249-A2CCE67A1A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1" name="Imagem 10">
                <a:extLst>
                  <a:ext uri="{FF2B5EF4-FFF2-40B4-BE49-F238E27FC236}">
                    <a16:creationId xmlns:a16="http://schemas.microsoft.com/office/drawing/2014/main" id="{A22405D4-3C58-2E47-0C6D-302F1C43C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2" name="Imagem 11">
                <a:extLst>
                  <a:ext uri="{FF2B5EF4-FFF2-40B4-BE49-F238E27FC236}">
                    <a16:creationId xmlns:a16="http://schemas.microsoft.com/office/drawing/2014/main" id="{AD6D5575-2EE9-D9A5-97BE-8C247AAA69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466CF2C5-316F-0B52-1DA7-7B04F962EC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2AD5FE62-3D51-8799-FAA7-3112869C38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5" name="Imagem 14">
                <a:extLst>
                  <a:ext uri="{FF2B5EF4-FFF2-40B4-BE49-F238E27FC236}">
                    <a16:creationId xmlns:a16="http://schemas.microsoft.com/office/drawing/2014/main" id="{34767CA4-8B2D-AFF1-7B26-A53C544E8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" name="Imagem 15">
                <a:extLst>
                  <a:ext uri="{FF2B5EF4-FFF2-40B4-BE49-F238E27FC236}">
                    <a16:creationId xmlns:a16="http://schemas.microsoft.com/office/drawing/2014/main" id="{7E4EAE93-E23F-72EB-EF4E-5D68E1DD0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" name="Imagem 16">
                <a:extLst>
                  <a:ext uri="{FF2B5EF4-FFF2-40B4-BE49-F238E27FC236}">
                    <a16:creationId xmlns:a16="http://schemas.microsoft.com/office/drawing/2014/main" id="{0F1836E9-024E-1481-10EC-2F68BF2932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" name="Imagem 17">
                <a:extLst>
                  <a:ext uri="{FF2B5EF4-FFF2-40B4-BE49-F238E27FC236}">
                    <a16:creationId xmlns:a16="http://schemas.microsoft.com/office/drawing/2014/main" id="{C98E19EB-A587-F765-913E-31FCFD6B1D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" name="Imagem 18">
                <a:extLst>
                  <a:ext uri="{FF2B5EF4-FFF2-40B4-BE49-F238E27FC236}">
                    <a16:creationId xmlns:a16="http://schemas.microsoft.com/office/drawing/2014/main" id="{8F861A0B-CC4E-134E-AA7A-1D00AFADEE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0" name="Imagem 19">
                <a:extLst>
                  <a:ext uri="{FF2B5EF4-FFF2-40B4-BE49-F238E27FC236}">
                    <a16:creationId xmlns:a16="http://schemas.microsoft.com/office/drawing/2014/main" id="{C6B73F2E-3D8C-A8F8-0F36-AFB196DED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2" name="Imagem 21">
                <a:extLst>
                  <a:ext uri="{FF2B5EF4-FFF2-40B4-BE49-F238E27FC236}">
                    <a16:creationId xmlns:a16="http://schemas.microsoft.com/office/drawing/2014/main" id="{4CD51610-9BEC-4476-8183-3A60D878A5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3" name="Imagem 22">
                <a:extLst>
                  <a:ext uri="{FF2B5EF4-FFF2-40B4-BE49-F238E27FC236}">
                    <a16:creationId xmlns:a16="http://schemas.microsoft.com/office/drawing/2014/main" id="{54DDB4A7-ED5C-1623-2873-94107D932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4" name="Imagem 23">
                <a:extLst>
                  <a:ext uri="{FF2B5EF4-FFF2-40B4-BE49-F238E27FC236}">
                    <a16:creationId xmlns:a16="http://schemas.microsoft.com/office/drawing/2014/main" id="{813FC246-D2F2-ADE4-F903-F497564C54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FAD85567-DC35-715D-FD06-7940D4910569}"/>
                </a:ext>
              </a:extLst>
            </p:cNvPr>
            <p:cNvSpPr txBox="1"/>
            <p:nvPr/>
          </p:nvSpPr>
          <p:spPr>
            <a:xfrm>
              <a:off x="2520711" y="-478275"/>
              <a:ext cx="2981335" cy="1302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/>
                <a:t>141 mm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1349F38-93D9-AD5B-FCA8-81E3AA1998C7}"/>
                </a:ext>
              </a:extLst>
            </p:cNvPr>
            <p:cNvSpPr txBox="1"/>
            <p:nvPr/>
          </p:nvSpPr>
          <p:spPr>
            <a:xfrm>
              <a:off x="1971043" y="2451566"/>
              <a:ext cx="665032" cy="1487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8" name="Oval 204">
              <a:extLst>
                <a:ext uri="{FF2B5EF4-FFF2-40B4-BE49-F238E27FC236}">
                  <a16:creationId xmlns:a16="http://schemas.microsoft.com/office/drawing/2014/main" id="{9EF72C87-3E00-DFDB-13A9-ED780A8A8483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Oval 269">
              <a:extLst>
                <a:ext uri="{FF2B5EF4-FFF2-40B4-BE49-F238E27FC236}">
                  <a16:creationId xmlns:a16="http://schemas.microsoft.com/office/drawing/2014/main" id="{B9B02B5F-E55A-C3AD-23E0-EAA6C44D55DD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4D26F47-E42D-A04D-0B09-68F415303C64}"/>
              </a:ext>
            </a:extLst>
          </p:cNvPr>
          <p:cNvSpPr txBox="1"/>
          <p:nvPr/>
        </p:nvSpPr>
        <p:spPr>
          <a:xfrm>
            <a:off x="9828292" y="872799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176 mm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361FAF9-134C-CE15-32AD-05F505FEBF15}"/>
              </a:ext>
            </a:extLst>
          </p:cNvPr>
          <p:cNvSpPr txBox="1"/>
          <p:nvPr/>
        </p:nvSpPr>
        <p:spPr>
          <a:xfrm>
            <a:off x="10270323" y="28136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R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8C296E7F-C356-1DBE-41B0-FE77C1B7CD13}"/>
              </a:ext>
            </a:extLst>
          </p:cNvPr>
          <p:cNvGrpSpPr/>
          <p:nvPr/>
        </p:nvGrpSpPr>
        <p:grpSpPr>
          <a:xfrm>
            <a:off x="8829315" y="250412"/>
            <a:ext cx="1001861" cy="1320404"/>
            <a:chOff x="1971043" y="-404025"/>
            <a:chExt cx="4252179" cy="6209022"/>
          </a:xfrm>
        </p:grpSpPr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C2391CBE-B573-4C30-242F-80A32D5462DC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54" name="Retângulo: Cantos Arredondados 53">
                <a:extLst>
                  <a:ext uri="{FF2B5EF4-FFF2-40B4-BE49-F238E27FC236}">
                    <a16:creationId xmlns:a16="http://schemas.microsoft.com/office/drawing/2014/main" id="{8852AD9A-BB81-E933-7E4F-32701C7478E3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5" name="Oval 720">
                <a:extLst>
                  <a:ext uri="{FF2B5EF4-FFF2-40B4-BE49-F238E27FC236}">
                    <a16:creationId xmlns:a16="http://schemas.microsoft.com/office/drawing/2014/main" id="{F71E2C9B-C23A-2AC6-1E43-3170834C36C2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" name="Oval 721">
                <a:extLst>
                  <a:ext uri="{FF2B5EF4-FFF2-40B4-BE49-F238E27FC236}">
                    <a16:creationId xmlns:a16="http://schemas.microsoft.com/office/drawing/2014/main" id="{23D33741-81F4-C055-EB28-F27415A69096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" name="Retângulo 56">
                <a:extLst>
                  <a:ext uri="{FF2B5EF4-FFF2-40B4-BE49-F238E27FC236}">
                    <a16:creationId xmlns:a16="http://schemas.microsoft.com/office/drawing/2014/main" id="{2F3B6D10-4BDE-D92F-E662-647E4AA3D8E6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" name="Retângulo 57">
                <a:extLst>
                  <a:ext uri="{FF2B5EF4-FFF2-40B4-BE49-F238E27FC236}">
                    <a16:creationId xmlns:a16="http://schemas.microsoft.com/office/drawing/2014/main" id="{FD3443B9-2397-7510-F9BE-1EFBDEE8DEE6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CD51592F-7D90-930A-1719-E81B9F4E64A1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40" name="Imagem 39">
                <a:extLst>
                  <a:ext uri="{FF2B5EF4-FFF2-40B4-BE49-F238E27FC236}">
                    <a16:creationId xmlns:a16="http://schemas.microsoft.com/office/drawing/2014/main" id="{7EA4112F-0586-32FF-76B1-172F8B02E6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1" name="Imagem 40">
                <a:extLst>
                  <a:ext uri="{FF2B5EF4-FFF2-40B4-BE49-F238E27FC236}">
                    <a16:creationId xmlns:a16="http://schemas.microsoft.com/office/drawing/2014/main" id="{608FA949-041E-FF5C-1B3A-4F6A4FA802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2" name="Imagem 41">
                <a:extLst>
                  <a:ext uri="{FF2B5EF4-FFF2-40B4-BE49-F238E27FC236}">
                    <a16:creationId xmlns:a16="http://schemas.microsoft.com/office/drawing/2014/main" id="{F17F4BB7-E917-3C7C-74DB-FAD6A51A5C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3" name="Imagem 42">
                <a:extLst>
                  <a:ext uri="{FF2B5EF4-FFF2-40B4-BE49-F238E27FC236}">
                    <a16:creationId xmlns:a16="http://schemas.microsoft.com/office/drawing/2014/main" id="{181E7172-CE87-0AC0-B7A9-DEE938977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4" name="Imagem 43">
                <a:extLst>
                  <a:ext uri="{FF2B5EF4-FFF2-40B4-BE49-F238E27FC236}">
                    <a16:creationId xmlns:a16="http://schemas.microsoft.com/office/drawing/2014/main" id="{DD7D7E13-AAB3-07EE-8980-C305588567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5" name="Imagem 44">
                <a:extLst>
                  <a:ext uri="{FF2B5EF4-FFF2-40B4-BE49-F238E27FC236}">
                    <a16:creationId xmlns:a16="http://schemas.microsoft.com/office/drawing/2014/main" id="{6BEDD69E-666F-D9E4-B5A2-3273FCA714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6" name="Imagem 45">
                <a:extLst>
                  <a:ext uri="{FF2B5EF4-FFF2-40B4-BE49-F238E27FC236}">
                    <a16:creationId xmlns:a16="http://schemas.microsoft.com/office/drawing/2014/main" id="{2AE82EF8-175F-0D8D-4D71-2BE1574A8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7" name="Imagem 46">
                <a:extLst>
                  <a:ext uri="{FF2B5EF4-FFF2-40B4-BE49-F238E27FC236}">
                    <a16:creationId xmlns:a16="http://schemas.microsoft.com/office/drawing/2014/main" id="{ABAA7421-72F5-5FE5-45D4-C38F376C96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8" name="Imagem 47">
                <a:extLst>
                  <a:ext uri="{FF2B5EF4-FFF2-40B4-BE49-F238E27FC236}">
                    <a16:creationId xmlns:a16="http://schemas.microsoft.com/office/drawing/2014/main" id="{425B35A8-0B2D-915C-6A06-6944309FDB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9" name="Imagem 48">
                <a:extLst>
                  <a:ext uri="{FF2B5EF4-FFF2-40B4-BE49-F238E27FC236}">
                    <a16:creationId xmlns:a16="http://schemas.microsoft.com/office/drawing/2014/main" id="{728A7E3D-246D-7C87-F505-B6C9D30127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0" name="Imagem 49">
                <a:extLst>
                  <a:ext uri="{FF2B5EF4-FFF2-40B4-BE49-F238E27FC236}">
                    <a16:creationId xmlns:a16="http://schemas.microsoft.com/office/drawing/2014/main" id="{469C6957-6282-4B91-7967-0BA77B93A7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1" name="Imagem 50">
                <a:extLst>
                  <a:ext uri="{FF2B5EF4-FFF2-40B4-BE49-F238E27FC236}">
                    <a16:creationId xmlns:a16="http://schemas.microsoft.com/office/drawing/2014/main" id="{828B4F7A-C12E-84A5-203A-652F07A0D9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2" name="Imagem 51">
                <a:extLst>
                  <a:ext uri="{FF2B5EF4-FFF2-40B4-BE49-F238E27FC236}">
                    <a16:creationId xmlns:a16="http://schemas.microsoft.com/office/drawing/2014/main" id="{E5EA5727-37CF-5660-529E-0A53E3D63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3" name="Imagem 52">
                <a:extLst>
                  <a:ext uri="{FF2B5EF4-FFF2-40B4-BE49-F238E27FC236}">
                    <a16:creationId xmlns:a16="http://schemas.microsoft.com/office/drawing/2014/main" id="{09C53AC0-2A66-3A03-F1CC-399B4C51E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D699FB28-BAA0-5A35-AE69-738819AFE57D}"/>
                </a:ext>
              </a:extLst>
            </p:cNvPr>
            <p:cNvSpPr txBox="1"/>
            <p:nvPr/>
          </p:nvSpPr>
          <p:spPr>
            <a:xfrm>
              <a:off x="3334518" y="-404025"/>
              <a:ext cx="1783905" cy="1302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/>
                <a:t>141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A598667F-5DDC-697C-BF8D-8B31F6E41F78}"/>
                </a:ext>
              </a:extLst>
            </p:cNvPr>
            <p:cNvSpPr txBox="1"/>
            <p:nvPr/>
          </p:nvSpPr>
          <p:spPr>
            <a:xfrm>
              <a:off x="1971043" y="2451566"/>
              <a:ext cx="665032" cy="1487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38" name="Oval 690">
              <a:extLst>
                <a:ext uri="{FF2B5EF4-FFF2-40B4-BE49-F238E27FC236}">
                  <a16:creationId xmlns:a16="http://schemas.microsoft.com/office/drawing/2014/main" id="{0E4B7847-C420-D3AC-017F-AD660533CF75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Oval 691">
              <a:extLst>
                <a:ext uri="{FF2B5EF4-FFF2-40B4-BE49-F238E27FC236}">
                  <a16:creationId xmlns:a16="http://schemas.microsoft.com/office/drawing/2014/main" id="{78FE47BD-5E2B-C4CC-0460-E3A41ABF9572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28929C10-A2A4-FABA-4D19-D5144AD42010}"/>
              </a:ext>
            </a:extLst>
          </p:cNvPr>
          <p:cNvSpPr txBox="1"/>
          <p:nvPr/>
        </p:nvSpPr>
        <p:spPr>
          <a:xfrm>
            <a:off x="8565174" y="876043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176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83AA48F-15D5-0B80-E3C4-700552D087F4}"/>
              </a:ext>
            </a:extLst>
          </p:cNvPr>
          <p:cNvSpPr txBox="1"/>
          <p:nvPr/>
        </p:nvSpPr>
        <p:spPr>
          <a:xfrm>
            <a:off x="8703032" y="249762"/>
            <a:ext cx="28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L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F6A9B721-CF05-8DE8-A43B-3154EA82F055}"/>
              </a:ext>
            </a:extLst>
          </p:cNvPr>
          <p:cNvSpPr>
            <a:spLocks/>
          </p:cNvSpPr>
          <p:nvPr/>
        </p:nvSpPr>
        <p:spPr>
          <a:xfrm>
            <a:off x="850479" y="3461793"/>
            <a:ext cx="1253055" cy="1906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448" name="Agrupar 447">
            <a:extLst>
              <a:ext uri="{FF2B5EF4-FFF2-40B4-BE49-F238E27FC236}">
                <a16:creationId xmlns:a16="http://schemas.microsoft.com/office/drawing/2014/main" id="{2E5B8AAC-1DDA-D117-0FEB-753FA1FBC8B5}"/>
              </a:ext>
            </a:extLst>
          </p:cNvPr>
          <p:cNvGrpSpPr>
            <a:grpSpLocks/>
          </p:cNvGrpSpPr>
          <p:nvPr/>
        </p:nvGrpSpPr>
        <p:grpSpPr>
          <a:xfrm>
            <a:off x="1676190" y="2998713"/>
            <a:ext cx="2923877" cy="1471746"/>
            <a:chOff x="1161843" y="1835635"/>
            <a:chExt cx="2923877" cy="1471746"/>
          </a:xfrm>
        </p:grpSpPr>
        <p:sp>
          <p:nvSpPr>
            <p:cNvPr id="449" name="Retângulo 448">
              <a:extLst>
                <a:ext uri="{FF2B5EF4-FFF2-40B4-BE49-F238E27FC236}">
                  <a16:creationId xmlns:a16="http://schemas.microsoft.com/office/drawing/2014/main" id="{48D8A660-B006-4536-C810-0F4232200AA8}"/>
                </a:ext>
              </a:extLst>
            </p:cNvPr>
            <p:cNvSpPr>
              <a:spLocks/>
            </p:cNvSpPr>
            <p:nvPr/>
          </p:nvSpPr>
          <p:spPr>
            <a:xfrm rot="15090465">
              <a:off x="2115926" y="1974007"/>
              <a:ext cx="208495" cy="177269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0" name="Retângulo 449">
              <a:extLst>
                <a:ext uri="{FF2B5EF4-FFF2-40B4-BE49-F238E27FC236}">
                  <a16:creationId xmlns:a16="http://schemas.microsoft.com/office/drawing/2014/main" id="{20F044A6-97EC-B91C-952D-23688C70511B}"/>
                </a:ext>
              </a:extLst>
            </p:cNvPr>
            <p:cNvSpPr>
              <a:spLocks/>
            </p:cNvSpPr>
            <p:nvPr/>
          </p:nvSpPr>
          <p:spPr>
            <a:xfrm rot="14065231">
              <a:off x="3476076" y="1685423"/>
              <a:ext cx="159391" cy="10598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1" name="Retângulo 450">
              <a:extLst>
                <a:ext uri="{FF2B5EF4-FFF2-40B4-BE49-F238E27FC236}">
                  <a16:creationId xmlns:a16="http://schemas.microsoft.com/office/drawing/2014/main" id="{FE3906D9-473D-773C-FD02-90BE061EDB04}"/>
                </a:ext>
              </a:extLst>
            </p:cNvPr>
            <p:cNvSpPr>
              <a:spLocks/>
            </p:cNvSpPr>
            <p:nvPr/>
          </p:nvSpPr>
          <p:spPr>
            <a:xfrm>
              <a:off x="3889920" y="1876011"/>
              <a:ext cx="150963" cy="2458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2" name="Oval 201">
              <a:extLst>
                <a:ext uri="{FF2B5EF4-FFF2-40B4-BE49-F238E27FC236}">
                  <a16:creationId xmlns:a16="http://schemas.microsoft.com/office/drawing/2014/main" id="{D5C010C9-4C1B-0446-56DC-1E4CD2989567}"/>
                </a:ext>
              </a:extLst>
            </p:cNvPr>
            <p:cNvSpPr>
              <a:spLocks/>
            </p:cNvSpPr>
            <p:nvPr/>
          </p:nvSpPr>
          <p:spPr>
            <a:xfrm>
              <a:off x="1161843" y="2971417"/>
              <a:ext cx="337567" cy="33596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3" name="Oval 202">
              <a:extLst>
                <a:ext uri="{FF2B5EF4-FFF2-40B4-BE49-F238E27FC236}">
                  <a16:creationId xmlns:a16="http://schemas.microsoft.com/office/drawing/2014/main" id="{481816A2-E431-DCB0-3891-6EB1AF65590A}"/>
                </a:ext>
              </a:extLst>
            </p:cNvPr>
            <p:cNvSpPr>
              <a:spLocks/>
            </p:cNvSpPr>
            <p:nvPr/>
          </p:nvSpPr>
          <p:spPr>
            <a:xfrm>
              <a:off x="2949231" y="2410642"/>
              <a:ext cx="282923" cy="29791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4" name="Oval 203">
              <a:extLst>
                <a:ext uri="{FF2B5EF4-FFF2-40B4-BE49-F238E27FC236}">
                  <a16:creationId xmlns:a16="http://schemas.microsoft.com/office/drawing/2014/main" id="{30EE3F36-A492-CB12-71D8-54705A84BA92}"/>
                </a:ext>
              </a:extLst>
            </p:cNvPr>
            <p:cNvSpPr>
              <a:spLocks/>
            </p:cNvSpPr>
            <p:nvPr/>
          </p:nvSpPr>
          <p:spPr>
            <a:xfrm>
              <a:off x="3876821" y="1835635"/>
              <a:ext cx="178534" cy="17315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5" name="Retângulo 454">
              <a:extLst>
                <a:ext uri="{FF2B5EF4-FFF2-40B4-BE49-F238E27FC236}">
                  <a16:creationId xmlns:a16="http://schemas.microsoft.com/office/drawing/2014/main" id="{9C1242DE-174B-B799-6809-46213CEE68E6}"/>
                </a:ext>
              </a:extLst>
            </p:cNvPr>
            <p:cNvSpPr>
              <a:spLocks/>
            </p:cNvSpPr>
            <p:nvPr/>
          </p:nvSpPr>
          <p:spPr>
            <a:xfrm>
              <a:off x="3889920" y="2128651"/>
              <a:ext cx="150963" cy="589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6" name="Retângulo 455">
              <a:extLst>
                <a:ext uri="{FF2B5EF4-FFF2-40B4-BE49-F238E27FC236}">
                  <a16:creationId xmlns:a16="http://schemas.microsoft.com/office/drawing/2014/main" id="{740D265B-818E-69CB-9288-47CA293342B0}"/>
                </a:ext>
              </a:extLst>
            </p:cNvPr>
            <p:cNvSpPr>
              <a:spLocks/>
            </p:cNvSpPr>
            <p:nvPr/>
          </p:nvSpPr>
          <p:spPr>
            <a:xfrm rot="5400000">
              <a:off x="3981378" y="220778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57" name="Retângulo 456">
              <a:extLst>
                <a:ext uri="{FF2B5EF4-FFF2-40B4-BE49-F238E27FC236}">
                  <a16:creationId xmlns:a16="http://schemas.microsoft.com/office/drawing/2014/main" id="{27AF6508-C68C-11D7-A19E-DFAD2A17458C}"/>
                </a:ext>
              </a:extLst>
            </p:cNvPr>
            <p:cNvSpPr>
              <a:spLocks/>
            </p:cNvSpPr>
            <p:nvPr/>
          </p:nvSpPr>
          <p:spPr>
            <a:xfrm rot="5400000">
              <a:off x="3882929" y="221075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1356561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tângulo 458">
            <a:extLst>
              <a:ext uri="{FF2B5EF4-FFF2-40B4-BE49-F238E27FC236}">
                <a16:creationId xmlns:a16="http://schemas.microsoft.com/office/drawing/2014/main" id="{021B65F8-FDEB-34CC-8A11-01772E06148A}"/>
              </a:ext>
            </a:extLst>
          </p:cNvPr>
          <p:cNvSpPr>
            <a:spLocks/>
          </p:cNvSpPr>
          <p:nvPr/>
        </p:nvSpPr>
        <p:spPr>
          <a:xfrm rot="16200000">
            <a:off x="6526408" y="459115"/>
            <a:ext cx="3600000" cy="4921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D85E026-7ECD-B24C-6B1B-4B44803FCB98}"/>
              </a:ext>
            </a:extLst>
          </p:cNvPr>
          <p:cNvSpPr>
            <a:spLocks/>
          </p:cNvSpPr>
          <p:nvPr/>
        </p:nvSpPr>
        <p:spPr>
          <a:xfrm rot="16200000">
            <a:off x="1573065" y="456078"/>
            <a:ext cx="3600000" cy="4921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23D30CB-747F-792D-D868-0068547E8663}"/>
              </a:ext>
            </a:extLst>
          </p:cNvPr>
          <p:cNvGrpSpPr/>
          <p:nvPr/>
        </p:nvGrpSpPr>
        <p:grpSpPr>
          <a:xfrm rot="5400000">
            <a:off x="1188182" y="1831707"/>
            <a:ext cx="345397" cy="935862"/>
            <a:chOff x="6721721" y="5468605"/>
            <a:chExt cx="345397" cy="935862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72B4C6D5-D542-A7CF-E7F1-A2EF53669A43}"/>
                </a:ext>
              </a:extLst>
            </p:cNvPr>
            <p:cNvSpPr txBox="1"/>
            <p:nvPr/>
          </p:nvSpPr>
          <p:spPr>
            <a:xfrm rot="16200000">
              <a:off x="6429910" y="5767259"/>
              <a:ext cx="9358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10 mm</a:t>
              </a:r>
            </a:p>
          </p:txBody>
        </p:sp>
        <p:cxnSp>
          <p:nvCxnSpPr>
            <p:cNvPr id="16" name="Conexão reta unidirecional 29">
              <a:extLst>
                <a:ext uri="{FF2B5EF4-FFF2-40B4-BE49-F238E27FC236}">
                  <a16:creationId xmlns:a16="http://schemas.microsoft.com/office/drawing/2014/main" id="{488919E1-6DE3-CBCB-4480-D54F17B961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3581" y="6057021"/>
              <a:ext cx="65627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9DF2D9B9-BA97-A4B0-8F84-1ED20769A5AF}"/>
              </a:ext>
            </a:extLst>
          </p:cNvPr>
          <p:cNvGrpSpPr/>
          <p:nvPr/>
        </p:nvGrpSpPr>
        <p:grpSpPr>
          <a:xfrm rot="16200000">
            <a:off x="3847459" y="1578898"/>
            <a:ext cx="1112686" cy="1174416"/>
            <a:chOff x="7475362" y="4932232"/>
            <a:chExt cx="1014431" cy="1067656"/>
          </a:xfrm>
        </p:grpSpPr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1CE8EF11-EA3D-2415-56D1-B2891D19D796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38" name="Retângulo: Cantos Arredondados 37">
                <a:extLst>
                  <a:ext uri="{FF2B5EF4-FFF2-40B4-BE49-F238E27FC236}">
                    <a16:creationId xmlns:a16="http://schemas.microsoft.com/office/drawing/2014/main" id="{AF02A80E-3C57-E37A-18A9-FA7D1AA17221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9" name="Oval 54">
                <a:extLst>
                  <a:ext uri="{FF2B5EF4-FFF2-40B4-BE49-F238E27FC236}">
                    <a16:creationId xmlns:a16="http://schemas.microsoft.com/office/drawing/2014/main" id="{EE5C1697-F110-C342-C7AB-AEB7CD5EEB69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0" name="Oval 55">
                <a:extLst>
                  <a:ext uri="{FF2B5EF4-FFF2-40B4-BE49-F238E27FC236}">
                    <a16:creationId xmlns:a16="http://schemas.microsoft.com/office/drawing/2014/main" id="{AE138262-C55A-AAE3-1414-07DC617C6FA9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F78F78E9-F90E-366E-6D4A-46FE248327D3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9350EAD5-10A7-C370-5115-3B0F870D045E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31D46CE3-223B-F64F-AB25-A0FD04122EBE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21" name="Agrupar 20">
                <a:extLst>
                  <a:ext uri="{FF2B5EF4-FFF2-40B4-BE49-F238E27FC236}">
                    <a16:creationId xmlns:a16="http://schemas.microsoft.com/office/drawing/2014/main" id="{EA7F357D-016D-AD8A-2F71-8EA7D39AF4CB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24" name="Imagem 23">
                  <a:extLst>
                    <a:ext uri="{FF2B5EF4-FFF2-40B4-BE49-F238E27FC236}">
                      <a16:creationId xmlns:a16="http://schemas.microsoft.com/office/drawing/2014/main" id="{997E6324-3777-D8E9-DFB1-4BA315CD12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" name="Imagem 24">
                  <a:extLst>
                    <a:ext uri="{FF2B5EF4-FFF2-40B4-BE49-F238E27FC236}">
                      <a16:creationId xmlns:a16="http://schemas.microsoft.com/office/drawing/2014/main" id="{937DC2E3-EC98-E1E6-4EDC-2C56AE8190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6" name="Imagem 25">
                  <a:extLst>
                    <a:ext uri="{FF2B5EF4-FFF2-40B4-BE49-F238E27FC236}">
                      <a16:creationId xmlns:a16="http://schemas.microsoft.com/office/drawing/2014/main" id="{811C080B-D11B-1F44-B859-5EBAF3F7C6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7" name="Imagem 26">
                  <a:extLst>
                    <a:ext uri="{FF2B5EF4-FFF2-40B4-BE49-F238E27FC236}">
                      <a16:creationId xmlns:a16="http://schemas.microsoft.com/office/drawing/2014/main" id="{C862408D-1C61-29F1-E174-409D7A0EDB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" name="Imagem 27">
                  <a:extLst>
                    <a:ext uri="{FF2B5EF4-FFF2-40B4-BE49-F238E27FC236}">
                      <a16:creationId xmlns:a16="http://schemas.microsoft.com/office/drawing/2014/main" id="{FE26B721-5179-5D81-90CF-8ECE6C092E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" name="Imagem 28">
                  <a:extLst>
                    <a:ext uri="{FF2B5EF4-FFF2-40B4-BE49-F238E27FC236}">
                      <a16:creationId xmlns:a16="http://schemas.microsoft.com/office/drawing/2014/main" id="{E114E4C9-81EB-E812-BAF3-72E41AF936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0" name="Imagem 29">
                  <a:extLst>
                    <a:ext uri="{FF2B5EF4-FFF2-40B4-BE49-F238E27FC236}">
                      <a16:creationId xmlns:a16="http://schemas.microsoft.com/office/drawing/2014/main" id="{C08625EE-90E6-F669-29EA-23335766DB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1" name="Imagem 30">
                  <a:extLst>
                    <a:ext uri="{FF2B5EF4-FFF2-40B4-BE49-F238E27FC236}">
                      <a16:creationId xmlns:a16="http://schemas.microsoft.com/office/drawing/2014/main" id="{49C30B09-A3D2-2179-CA1C-4E15228637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2" name="Imagem 31">
                  <a:extLst>
                    <a:ext uri="{FF2B5EF4-FFF2-40B4-BE49-F238E27FC236}">
                      <a16:creationId xmlns:a16="http://schemas.microsoft.com/office/drawing/2014/main" id="{056D1760-C679-D579-ED8E-E3037B90CE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" name="Imagem 32">
                  <a:extLst>
                    <a:ext uri="{FF2B5EF4-FFF2-40B4-BE49-F238E27FC236}">
                      <a16:creationId xmlns:a16="http://schemas.microsoft.com/office/drawing/2014/main" id="{C843A319-C40E-471E-1AD2-B664CB2210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" name="Imagem 33">
                  <a:extLst>
                    <a:ext uri="{FF2B5EF4-FFF2-40B4-BE49-F238E27FC236}">
                      <a16:creationId xmlns:a16="http://schemas.microsoft.com/office/drawing/2014/main" id="{9B7BE171-0248-A98B-ABCF-C35DAB5ACE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5" name="Imagem 34">
                  <a:extLst>
                    <a:ext uri="{FF2B5EF4-FFF2-40B4-BE49-F238E27FC236}">
                      <a16:creationId xmlns:a16="http://schemas.microsoft.com/office/drawing/2014/main" id="{17ED631C-8503-E4B3-CB7C-4177DA94FA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" name="Imagem 35">
                  <a:extLst>
                    <a:ext uri="{FF2B5EF4-FFF2-40B4-BE49-F238E27FC236}">
                      <a16:creationId xmlns:a16="http://schemas.microsoft.com/office/drawing/2014/main" id="{041F85F0-C1C4-D34C-F7B8-E98B23A5DD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37" name="Imagem 36">
                  <a:extLst>
                    <a:ext uri="{FF2B5EF4-FFF2-40B4-BE49-F238E27FC236}">
                      <a16:creationId xmlns:a16="http://schemas.microsoft.com/office/drawing/2014/main" id="{B9C32450-D670-1E35-F3EA-E33A2B7B46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22" name="Oval 37">
                <a:extLst>
                  <a:ext uri="{FF2B5EF4-FFF2-40B4-BE49-F238E27FC236}">
                    <a16:creationId xmlns:a16="http://schemas.microsoft.com/office/drawing/2014/main" id="{6004B52A-A3C2-B9BE-EFB3-402BA4263A9D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3" name="Oval 38">
                <a:extLst>
                  <a:ext uri="{FF2B5EF4-FFF2-40B4-BE49-F238E27FC236}">
                    <a16:creationId xmlns:a16="http://schemas.microsoft.com/office/drawing/2014/main" id="{6D877370-4F42-939C-3020-6E6FA457E466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F724ECC3-963C-0129-5500-88EE3ED6AFEC}"/>
              </a:ext>
            </a:extLst>
          </p:cNvPr>
          <p:cNvGrpSpPr/>
          <p:nvPr/>
        </p:nvGrpSpPr>
        <p:grpSpPr>
          <a:xfrm rot="16200000">
            <a:off x="5324055" y="1809997"/>
            <a:ext cx="338554" cy="935865"/>
            <a:chOff x="6519140" y="3900626"/>
            <a:chExt cx="256209" cy="1775854"/>
          </a:xfrm>
        </p:grpSpPr>
        <p:cxnSp>
          <p:nvCxnSpPr>
            <p:cNvPr id="233" name="Conexão reta unidirecional 28">
              <a:extLst>
                <a:ext uri="{FF2B5EF4-FFF2-40B4-BE49-F238E27FC236}">
                  <a16:creationId xmlns:a16="http://schemas.microsoft.com/office/drawing/2014/main" id="{B728FCBB-3A96-318C-29F7-85200BFFD24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868137" y="4788549"/>
              <a:ext cx="1775854" cy="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CaixaDeTexto 233">
              <a:extLst>
                <a:ext uri="{FF2B5EF4-FFF2-40B4-BE49-F238E27FC236}">
                  <a16:creationId xmlns:a16="http://schemas.microsoft.com/office/drawing/2014/main" id="{D0B86C7B-6FA5-ECF8-D7BF-6DDFEB666F7A}"/>
                </a:ext>
              </a:extLst>
            </p:cNvPr>
            <p:cNvSpPr txBox="1"/>
            <p:nvPr/>
          </p:nvSpPr>
          <p:spPr>
            <a:xfrm rot="5400000">
              <a:off x="5803483" y="4630287"/>
              <a:ext cx="1687523" cy="256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dirty="0"/>
                <a:t>101 mm</a:t>
              </a:r>
              <a:endParaRPr lang="pt-PT" sz="1100" dirty="0"/>
            </a:p>
          </p:txBody>
        </p:sp>
      </p:grpSp>
      <p:grpSp>
        <p:nvGrpSpPr>
          <p:cNvPr id="243" name="Agrupar 242">
            <a:extLst>
              <a:ext uri="{FF2B5EF4-FFF2-40B4-BE49-F238E27FC236}">
                <a16:creationId xmlns:a16="http://schemas.microsoft.com/office/drawing/2014/main" id="{24375C00-4553-A389-493C-BBFF6CB926B1}"/>
              </a:ext>
            </a:extLst>
          </p:cNvPr>
          <p:cNvGrpSpPr/>
          <p:nvPr/>
        </p:nvGrpSpPr>
        <p:grpSpPr>
          <a:xfrm rot="5400000">
            <a:off x="1657063" y="1564588"/>
            <a:ext cx="1112686" cy="1174416"/>
            <a:chOff x="7475362" y="4932232"/>
            <a:chExt cx="1014431" cy="1067656"/>
          </a:xfrm>
        </p:grpSpPr>
        <p:grpSp>
          <p:nvGrpSpPr>
            <p:cNvPr id="244" name="Agrupar 243">
              <a:extLst>
                <a:ext uri="{FF2B5EF4-FFF2-40B4-BE49-F238E27FC236}">
                  <a16:creationId xmlns:a16="http://schemas.microsoft.com/office/drawing/2014/main" id="{C52C8DAE-C50F-C66A-C783-9DAA08668889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263" name="Retângulo: Cantos Arredondados 262">
                <a:extLst>
                  <a:ext uri="{FF2B5EF4-FFF2-40B4-BE49-F238E27FC236}">
                    <a16:creationId xmlns:a16="http://schemas.microsoft.com/office/drawing/2014/main" id="{A76675E5-603F-E674-9168-99AB87372D16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64" name="Oval 54">
                <a:extLst>
                  <a:ext uri="{FF2B5EF4-FFF2-40B4-BE49-F238E27FC236}">
                    <a16:creationId xmlns:a16="http://schemas.microsoft.com/office/drawing/2014/main" id="{CC17EFA2-C012-5445-3613-4F19F561636E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65" name="Oval 55">
                <a:extLst>
                  <a:ext uri="{FF2B5EF4-FFF2-40B4-BE49-F238E27FC236}">
                    <a16:creationId xmlns:a16="http://schemas.microsoft.com/office/drawing/2014/main" id="{28A4ACAB-703A-916E-8DAA-AE3063CA3480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6" name="Retângulo 265">
                <a:extLst>
                  <a:ext uri="{FF2B5EF4-FFF2-40B4-BE49-F238E27FC236}">
                    <a16:creationId xmlns:a16="http://schemas.microsoft.com/office/drawing/2014/main" id="{10B73E0F-43B2-5CF9-7CAE-C08878BEE9C8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7" name="Retângulo 266">
                <a:extLst>
                  <a:ext uri="{FF2B5EF4-FFF2-40B4-BE49-F238E27FC236}">
                    <a16:creationId xmlns:a16="http://schemas.microsoft.com/office/drawing/2014/main" id="{19E9E413-1452-3DA1-CCE8-DAF50E5662E9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45" name="Agrupar 244">
              <a:extLst>
                <a:ext uri="{FF2B5EF4-FFF2-40B4-BE49-F238E27FC236}">
                  <a16:creationId xmlns:a16="http://schemas.microsoft.com/office/drawing/2014/main" id="{2688AFCE-DB9F-9EC5-AEB8-6574288D4199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246" name="Agrupar 245">
                <a:extLst>
                  <a:ext uri="{FF2B5EF4-FFF2-40B4-BE49-F238E27FC236}">
                    <a16:creationId xmlns:a16="http://schemas.microsoft.com/office/drawing/2014/main" id="{0C244B98-71BC-702A-7C33-4406663CBD84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249" name="Imagem 248">
                  <a:extLst>
                    <a:ext uri="{FF2B5EF4-FFF2-40B4-BE49-F238E27FC236}">
                      <a16:creationId xmlns:a16="http://schemas.microsoft.com/office/drawing/2014/main" id="{FC678D15-ED6C-5EC6-5B91-9F5B12A4B4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0" name="Imagem 249">
                  <a:extLst>
                    <a:ext uri="{FF2B5EF4-FFF2-40B4-BE49-F238E27FC236}">
                      <a16:creationId xmlns:a16="http://schemas.microsoft.com/office/drawing/2014/main" id="{897BC46E-B599-844E-86D6-3BAB9756E6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1" name="Imagem 250">
                  <a:extLst>
                    <a:ext uri="{FF2B5EF4-FFF2-40B4-BE49-F238E27FC236}">
                      <a16:creationId xmlns:a16="http://schemas.microsoft.com/office/drawing/2014/main" id="{E878F188-1907-035C-5ACB-0824DFE416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2" name="Imagem 251">
                  <a:extLst>
                    <a:ext uri="{FF2B5EF4-FFF2-40B4-BE49-F238E27FC236}">
                      <a16:creationId xmlns:a16="http://schemas.microsoft.com/office/drawing/2014/main" id="{04E11CFD-FCAB-65BD-A39C-8333091B01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3" name="Imagem 252">
                  <a:extLst>
                    <a:ext uri="{FF2B5EF4-FFF2-40B4-BE49-F238E27FC236}">
                      <a16:creationId xmlns:a16="http://schemas.microsoft.com/office/drawing/2014/main" id="{D506ADC3-81AF-E82B-32EF-7996D4835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4" name="Imagem 253">
                  <a:extLst>
                    <a:ext uri="{FF2B5EF4-FFF2-40B4-BE49-F238E27FC236}">
                      <a16:creationId xmlns:a16="http://schemas.microsoft.com/office/drawing/2014/main" id="{890AF5CB-7002-2945-E832-221EC828E3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5" name="Imagem 254">
                  <a:extLst>
                    <a:ext uri="{FF2B5EF4-FFF2-40B4-BE49-F238E27FC236}">
                      <a16:creationId xmlns:a16="http://schemas.microsoft.com/office/drawing/2014/main" id="{23DA1B4D-607B-848E-6901-849DF241AB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6" name="Imagem 255">
                  <a:extLst>
                    <a:ext uri="{FF2B5EF4-FFF2-40B4-BE49-F238E27FC236}">
                      <a16:creationId xmlns:a16="http://schemas.microsoft.com/office/drawing/2014/main" id="{F6E8BFFB-8AA4-C511-3F03-B6585F304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7" name="Imagem 256">
                  <a:extLst>
                    <a:ext uri="{FF2B5EF4-FFF2-40B4-BE49-F238E27FC236}">
                      <a16:creationId xmlns:a16="http://schemas.microsoft.com/office/drawing/2014/main" id="{17C94557-8193-3701-7725-0E17B605E9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8" name="Imagem 257">
                  <a:extLst>
                    <a:ext uri="{FF2B5EF4-FFF2-40B4-BE49-F238E27FC236}">
                      <a16:creationId xmlns:a16="http://schemas.microsoft.com/office/drawing/2014/main" id="{D09BEAA0-6001-ED83-720D-4614D0FBEC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9" name="Imagem 258">
                  <a:extLst>
                    <a:ext uri="{FF2B5EF4-FFF2-40B4-BE49-F238E27FC236}">
                      <a16:creationId xmlns:a16="http://schemas.microsoft.com/office/drawing/2014/main" id="{DB8EC317-C0CD-F470-9D07-D5B42938C3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60" name="Imagem 259">
                  <a:extLst>
                    <a:ext uri="{FF2B5EF4-FFF2-40B4-BE49-F238E27FC236}">
                      <a16:creationId xmlns:a16="http://schemas.microsoft.com/office/drawing/2014/main" id="{17B812B4-35EE-BB45-AF22-CB867943B3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61" name="Imagem 260">
                  <a:extLst>
                    <a:ext uri="{FF2B5EF4-FFF2-40B4-BE49-F238E27FC236}">
                      <a16:creationId xmlns:a16="http://schemas.microsoft.com/office/drawing/2014/main" id="{90C94EFC-24FE-9ED5-D2C4-1DB8A62348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262" name="Imagem 261">
                  <a:extLst>
                    <a:ext uri="{FF2B5EF4-FFF2-40B4-BE49-F238E27FC236}">
                      <a16:creationId xmlns:a16="http://schemas.microsoft.com/office/drawing/2014/main" id="{88B1B6B1-CE1C-F971-4067-6CFD658892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247" name="Oval 37">
                <a:extLst>
                  <a:ext uri="{FF2B5EF4-FFF2-40B4-BE49-F238E27FC236}">
                    <a16:creationId xmlns:a16="http://schemas.microsoft.com/office/drawing/2014/main" id="{B889AD82-39C1-5C64-43DE-8BEA80A6AE54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48" name="Oval 38">
                <a:extLst>
                  <a:ext uri="{FF2B5EF4-FFF2-40B4-BE49-F238E27FC236}">
                    <a16:creationId xmlns:a16="http://schemas.microsoft.com/office/drawing/2014/main" id="{4E971D53-91AE-C04B-F1AA-5B30B6CE3EE3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sp>
        <p:nvSpPr>
          <p:cNvPr id="268" name="Retângulo 267">
            <a:extLst>
              <a:ext uri="{FF2B5EF4-FFF2-40B4-BE49-F238E27FC236}">
                <a16:creationId xmlns:a16="http://schemas.microsoft.com/office/drawing/2014/main" id="{923E7B10-E9BC-28DD-BA61-16D5A3F02B98}"/>
              </a:ext>
            </a:extLst>
          </p:cNvPr>
          <p:cNvSpPr>
            <a:spLocks/>
          </p:cNvSpPr>
          <p:nvPr/>
        </p:nvSpPr>
        <p:spPr>
          <a:xfrm>
            <a:off x="912256" y="4716615"/>
            <a:ext cx="1253055" cy="1906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269" name="Agrupar 268">
            <a:extLst>
              <a:ext uri="{FF2B5EF4-FFF2-40B4-BE49-F238E27FC236}">
                <a16:creationId xmlns:a16="http://schemas.microsoft.com/office/drawing/2014/main" id="{4DEF6989-42CA-87B7-AFAB-9A77AABD68F1}"/>
              </a:ext>
            </a:extLst>
          </p:cNvPr>
          <p:cNvGrpSpPr>
            <a:grpSpLocks/>
          </p:cNvGrpSpPr>
          <p:nvPr/>
        </p:nvGrpSpPr>
        <p:grpSpPr>
          <a:xfrm>
            <a:off x="1737967" y="4253535"/>
            <a:ext cx="2923877" cy="1471746"/>
            <a:chOff x="1161843" y="1835635"/>
            <a:chExt cx="2923877" cy="1471746"/>
          </a:xfrm>
        </p:grpSpPr>
        <p:sp>
          <p:nvSpPr>
            <p:cNvPr id="270" name="Retângulo 269">
              <a:extLst>
                <a:ext uri="{FF2B5EF4-FFF2-40B4-BE49-F238E27FC236}">
                  <a16:creationId xmlns:a16="http://schemas.microsoft.com/office/drawing/2014/main" id="{93E2EE98-173F-7698-E661-61953C7273C4}"/>
                </a:ext>
              </a:extLst>
            </p:cNvPr>
            <p:cNvSpPr>
              <a:spLocks/>
            </p:cNvSpPr>
            <p:nvPr/>
          </p:nvSpPr>
          <p:spPr>
            <a:xfrm rot="15090465">
              <a:off x="2115926" y="1974007"/>
              <a:ext cx="208495" cy="177269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1" name="Retângulo 270">
              <a:extLst>
                <a:ext uri="{FF2B5EF4-FFF2-40B4-BE49-F238E27FC236}">
                  <a16:creationId xmlns:a16="http://schemas.microsoft.com/office/drawing/2014/main" id="{C10A0099-6AB6-7677-E064-93054FDBDD6E}"/>
                </a:ext>
              </a:extLst>
            </p:cNvPr>
            <p:cNvSpPr>
              <a:spLocks/>
            </p:cNvSpPr>
            <p:nvPr/>
          </p:nvSpPr>
          <p:spPr>
            <a:xfrm rot="14065231">
              <a:off x="3476076" y="1685423"/>
              <a:ext cx="159391" cy="10598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2" name="Retângulo 271">
              <a:extLst>
                <a:ext uri="{FF2B5EF4-FFF2-40B4-BE49-F238E27FC236}">
                  <a16:creationId xmlns:a16="http://schemas.microsoft.com/office/drawing/2014/main" id="{EADF41A5-20BA-0857-0616-2F77AF391BA4}"/>
                </a:ext>
              </a:extLst>
            </p:cNvPr>
            <p:cNvSpPr>
              <a:spLocks/>
            </p:cNvSpPr>
            <p:nvPr/>
          </p:nvSpPr>
          <p:spPr>
            <a:xfrm>
              <a:off x="3889920" y="1876011"/>
              <a:ext cx="150963" cy="2458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3" name="Oval 201">
              <a:extLst>
                <a:ext uri="{FF2B5EF4-FFF2-40B4-BE49-F238E27FC236}">
                  <a16:creationId xmlns:a16="http://schemas.microsoft.com/office/drawing/2014/main" id="{C6D01C4A-9B99-F55F-22FD-1CFE39A82060}"/>
                </a:ext>
              </a:extLst>
            </p:cNvPr>
            <p:cNvSpPr>
              <a:spLocks/>
            </p:cNvSpPr>
            <p:nvPr/>
          </p:nvSpPr>
          <p:spPr>
            <a:xfrm>
              <a:off x="1161843" y="2971417"/>
              <a:ext cx="337567" cy="33596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Oval 202">
              <a:extLst>
                <a:ext uri="{FF2B5EF4-FFF2-40B4-BE49-F238E27FC236}">
                  <a16:creationId xmlns:a16="http://schemas.microsoft.com/office/drawing/2014/main" id="{70CEAD3C-FD32-4CD2-608D-A83977AA23D9}"/>
                </a:ext>
              </a:extLst>
            </p:cNvPr>
            <p:cNvSpPr>
              <a:spLocks/>
            </p:cNvSpPr>
            <p:nvPr/>
          </p:nvSpPr>
          <p:spPr>
            <a:xfrm>
              <a:off x="2949231" y="2410642"/>
              <a:ext cx="282923" cy="29791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Oval 203">
              <a:extLst>
                <a:ext uri="{FF2B5EF4-FFF2-40B4-BE49-F238E27FC236}">
                  <a16:creationId xmlns:a16="http://schemas.microsoft.com/office/drawing/2014/main" id="{D60C197F-6C80-00B0-4964-AD91C51392A7}"/>
                </a:ext>
              </a:extLst>
            </p:cNvPr>
            <p:cNvSpPr>
              <a:spLocks/>
            </p:cNvSpPr>
            <p:nvPr/>
          </p:nvSpPr>
          <p:spPr>
            <a:xfrm>
              <a:off x="3876821" y="1835635"/>
              <a:ext cx="178534" cy="17315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6" name="Retângulo 275">
              <a:extLst>
                <a:ext uri="{FF2B5EF4-FFF2-40B4-BE49-F238E27FC236}">
                  <a16:creationId xmlns:a16="http://schemas.microsoft.com/office/drawing/2014/main" id="{2310B211-0D95-51DD-A493-DCBAB45A82A9}"/>
                </a:ext>
              </a:extLst>
            </p:cNvPr>
            <p:cNvSpPr>
              <a:spLocks/>
            </p:cNvSpPr>
            <p:nvPr/>
          </p:nvSpPr>
          <p:spPr>
            <a:xfrm>
              <a:off x="3889920" y="2128651"/>
              <a:ext cx="150963" cy="589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7" name="Retângulo 276">
              <a:extLst>
                <a:ext uri="{FF2B5EF4-FFF2-40B4-BE49-F238E27FC236}">
                  <a16:creationId xmlns:a16="http://schemas.microsoft.com/office/drawing/2014/main" id="{409F1D28-2C67-1CEC-5B2C-1D4C8FE83644}"/>
                </a:ext>
              </a:extLst>
            </p:cNvPr>
            <p:cNvSpPr>
              <a:spLocks/>
            </p:cNvSpPr>
            <p:nvPr/>
          </p:nvSpPr>
          <p:spPr>
            <a:xfrm rot="5400000">
              <a:off x="3981378" y="220778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8" name="Retângulo 277">
              <a:extLst>
                <a:ext uri="{FF2B5EF4-FFF2-40B4-BE49-F238E27FC236}">
                  <a16:creationId xmlns:a16="http://schemas.microsoft.com/office/drawing/2014/main" id="{F99151B5-77D4-E4A5-F075-A8E6B1A7B4A1}"/>
                </a:ext>
              </a:extLst>
            </p:cNvPr>
            <p:cNvSpPr>
              <a:spLocks/>
            </p:cNvSpPr>
            <p:nvPr/>
          </p:nvSpPr>
          <p:spPr>
            <a:xfrm rot="5400000">
              <a:off x="3882929" y="221075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279" name="Agrupar 278">
            <a:extLst>
              <a:ext uri="{FF2B5EF4-FFF2-40B4-BE49-F238E27FC236}">
                <a16:creationId xmlns:a16="http://schemas.microsoft.com/office/drawing/2014/main" id="{0628B15C-F59A-41CB-4ECB-0A46E8C1D5E9}"/>
              </a:ext>
            </a:extLst>
          </p:cNvPr>
          <p:cNvGrpSpPr/>
          <p:nvPr/>
        </p:nvGrpSpPr>
        <p:grpSpPr>
          <a:xfrm rot="16200000">
            <a:off x="3837833" y="2791287"/>
            <a:ext cx="1112686" cy="1174416"/>
            <a:chOff x="7475362" y="4932232"/>
            <a:chExt cx="1014431" cy="1067656"/>
          </a:xfrm>
        </p:grpSpPr>
        <p:grpSp>
          <p:nvGrpSpPr>
            <p:cNvPr id="280" name="Agrupar 279">
              <a:extLst>
                <a:ext uri="{FF2B5EF4-FFF2-40B4-BE49-F238E27FC236}">
                  <a16:creationId xmlns:a16="http://schemas.microsoft.com/office/drawing/2014/main" id="{CD7F597B-F9EE-2C03-BB06-37EEC41AD63E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299" name="Retângulo: Cantos Arredondados 298">
                <a:extLst>
                  <a:ext uri="{FF2B5EF4-FFF2-40B4-BE49-F238E27FC236}">
                    <a16:creationId xmlns:a16="http://schemas.microsoft.com/office/drawing/2014/main" id="{7A59C829-D8FB-C7BD-ABFB-8444526B31E0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00" name="Oval 54">
                <a:extLst>
                  <a:ext uri="{FF2B5EF4-FFF2-40B4-BE49-F238E27FC236}">
                    <a16:creationId xmlns:a16="http://schemas.microsoft.com/office/drawing/2014/main" id="{651EF071-4537-08F7-AA8D-3343D60768A6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01" name="Oval 55">
                <a:extLst>
                  <a:ext uri="{FF2B5EF4-FFF2-40B4-BE49-F238E27FC236}">
                    <a16:creationId xmlns:a16="http://schemas.microsoft.com/office/drawing/2014/main" id="{A0F9EEDB-3605-316B-AD3B-7E18C8D3B3DE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2" name="Retângulo 301">
                <a:extLst>
                  <a:ext uri="{FF2B5EF4-FFF2-40B4-BE49-F238E27FC236}">
                    <a16:creationId xmlns:a16="http://schemas.microsoft.com/office/drawing/2014/main" id="{9D6A19F5-EDEC-4787-337A-6019C807306A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3" name="Retângulo 302">
                <a:extLst>
                  <a:ext uri="{FF2B5EF4-FFF2-40B4-BE49-F238E27FC236}">
                    <a16:creationId xmlns:a16="http://schemas.microsoft.com/office/drawing/2014/main" id="{A399F1BA-1704-A0A5-CFFB-E9C7583D6E90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81" name="Agrupar 280">
              <a:extLst>
                <a:ext uri="{FF2B5EF4-FFF2-40B4-BE49-F238E27FC236}">
                  <a16:creationId xmlns:a16="http://schemas.microsoft.com/office/drawing/2014/main" id="{DAFD1DC2-1492-D1EC-78F4-B8E8358BAEC2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282" name="Agrupar 281">
                <a:extLst>
                  <a:ext uri="{FF2B5EF4-FFF2-40B4-BE49-F238E27FC236}">
                    <a16:creationId xmlns:a16="http://schemas.microsoft.com/office/drawing/2014/main" id="{C38F2194-C4B9-55EE-1A67-C86BEBBF5A04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285" name="Imagem 284">
                  <a:extLst>
                    <a:ext uri="{FF2B5EF4-FFF2-40B4-BE49-F238E27FC236}">
                      <a16:creationId xmlns:a16="http://schemas.microsoft.com/office/drawing/2014/main" id="{88C70AA9-C1A4-1406-2B34-B2846F8F44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6" name="Imagem 285">
                  <a:extLst>
                    <a:ext uri="{FF2B5EF4-FFF2-40B4-BE49-F238E27FC236}">
                      <a16:creationId xmlns:a16="http://schemas.microsoft.com/office/drawing/2014/main" id="{7A5AD09B-56C4-B98E-013D-97382C2EE8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7" name="Imagem 286">
                  <a:extLst>
                    <a:ext uri="{FF2B5EF4-FFF2-40B4-BE49-F238E27FC236}">
                      <a16:creationId xmlns:a16="http://schemas.microsoft.com/office/drawing/2014/main" id="{570B9B59-05D8-2746-D8F5-7869716E7A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8" name="Imagem 287">
                  <a:extLst>
                    <a:ext uri="{FF2B5EF4-FFF2-40B4-BE49-F238E27FC236}">
                      <a16:creationId xmlns:a16="http://schemas.microsoft.com/office/drawing/2014/main" id="{4F798BC9-DF08-7B0A-58EA-8992557A56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9" name="Imagem 288">
                  <a:extLst>
                    <a:ext uri="{FF2B5EF4-FFF2-40B4-BE49-F238E27FC236}">
                      <a16:creationId xmlns:a16="http://schemas.microsoft.com/office/drawing/2014/main" id="{94645471-59EC-49CE-69D5-69CC5DFD3E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0" name="Imagem 289">
                  <a:extLst>
                    <a:ext uri="{FF2B5EF4-FFF2-40B4-BE49-F238E27FC236}">
                      <a16:creationId xmlns:a16="http://schemas.microsoft.com/office/drawing/2014/main" id="{1CAF3DA3-4843-4B71-16F7-2D94128042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1" name="Imagem 290">
                  <a:extLst>
                    <a:ext uri="{FF2B5EF4-FFF2-40B4-BE49-F238E27FC236}">
                      <a16:creationId xmlns:a16="http://schemas.microsoft.com/office/drawing/2014/main" id="{A4855F65-3404-D217-31A9-14F12567BF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2" name="Imagem 291">
                  <a:extLst>
                    <a:ext uri="{FF2B5EF4-FFF2-40B4-BE49-F238E27FC236}">
                      <a16:creationId xmlns:a16="http://schemas.microsoft.com/office/drawing/2014/main" id="{BB83C517-FA1B-5A11-B47A-A45D6722CA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3" name="Imagem 292">
                  <a:extLst>
                    <a:ext uri="{FF2B5EF4-FFF2-40B4-BE49-F238E27FC236}">
                      <a16:creationId xmlns:a16="http://schemas.microsoft.com/office/drawing/2014/main" id="{94EE84DF-C050-D437-4B17-2A275AF866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4" name="Imagem 293">
                  <a:extLst>
                    <a:ext uri="{FF2B5EF4-FFF2-40B4-BE49-F238E27FC236}">
                      <a16:creationId xmlns:a16="http://schemas.microsoft.com/office/drawing/2014/main" id="{3FB4D9DE-42E0-2305-68B5-65C144761E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5" name="Imagem 294">
                  <a:extLst>
                    <a:ext uri="{FF2B5EF4-FFF2-40B4-BE49-F238E27FC236}">
                      <a16:creationId xmlns:a16="http://schemas.microsoft.com/office/drawing/2014/main" id="{40BD4E69-E7DA-EF15-4DD2-BDE2A44045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6" name="Imagem 295">
                  <a:extLst>
                    <a:ext uri="{FF2B5EF4-FFF2-40B4-BE49-F238E27FC236}">
                      <a16:creationId xmlns:a16="http://schemas.microsoft.com/office/drawing/2014/main" id="{42FA2C3E-991D-8707-B23C-15B67E4569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7" name="Imagem 296">
                  <a:extLst>
                    <a:ext uri="{FF2B5EF4-FFF2-40B4-BE49-F238E27FC236}">
                      <a16:creationId xmlns:a16="http://schemas.microsoft.com/office/drawing/2014/main" id="{C91433F5-E698-AE90-E92F-794D658850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298" name="Imagem 297">
                  <a:extLst>
                    <a:ext uri="{FF2B5EF4-FFF2-40B4-BE49-F238E27FC236}">
                      <a16:creationId xmlns:a16="http://schemas.microsoft.com/office/drawing/2014/main" id="{24F08D70-BECF-C1E5-3701-DE66D8AD88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283" name="Oval 37">
                <a:extLst>
                  <a:ext uri="{FF2B5EF4-FFF2-40B4-BE49-F238E27FC236}">
                    <a16:creationId xmlns:a16="http://schemas.microsoft.com/office/drawing/2014/main" id="{B14785E2-0B05-048E-2315-2D64B72464B3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84" name="Oval 38">
                <a:extLst>
                  <a:ext uri="{FF2B5EF4-FFF2-40B4-BE49-F238E27FC236}">
                    <a16:creationId xmlns:a16="http://schemas.microsoft.com/office/drawing/2014/main" id="{FE80E493-275B-B5E4-733B-CF21AED70BD8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329" name="Agrupar 328">
            <a:extLst>
              <a:ext uri="{FF2B5EF4-FFF2-40B4-BE49-F238E27FC236}">
                <a16:creationId xmlns:a16="http://schemas.microsoft.com/office/drawing/2014/main" id="{D9336006-E00B-6D09-BC91-0E6FE7E9B3B1}"/>
              </a:ext>
            </a:extLst>
          </p:cNvPr>
          <p:cNvGrpSpPr/>
          <p:nvPr/>
        </p:nvGrpSpPr>
        <p:grpSpPr>
          <a:xfrm rot="16200000">
            <a:off x="1650485" y="2772102"/>
            <a:ext cx="1112686" cy="1174416"/>
            <a:chOff x="7475362" y="4932232"/>
            <a:chExt cx="1014431" cy="1067656"/>
          </a:xfrm>
        </p:grpSpPr>
        <p:grpSp>
          <p:nvGrpSpPr>
            <p:cNvPr id="330" name="Agrupar 329">
              <a:extLst>
                <a:ext uri="{FF2B5EF4-FFF2-40B4-BE49-F238E27FC236}">
                  <a16:creationId xmlns:a16="http://schemas.microsoft.com/office/drawing/2014/main" id="{0BC2CD1F-DE6F-A678-A420-36836DA708C1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349" name="Retângulo: Cantos Arredondados 348">
                <a:extLst>
                  <a:ext uri="{FF2B5EF4-FFF2-40B4-BE49-F238E27FC236}">
                    <a16:creationId xmlns:a16="http://schemas.microsoft.com/office/drawing/2014/main" id="{088D17C2-3952-3017-DA50-59F02EBFD1EA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50" name="Oval 54">
                <a:extLst>
                  <a:ext uri="{FF2B5EF4-FFF2-40B4-BE49-F238E27FC236}">
                    <a16:creationId xmlns:a16="http://schemas.microsoft.com/office/drawing/2014/main" id="{E97D7D5B-8E58-30C1-6717-FFB540171E6A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51" name="Oval 55">
                <a:extLst>
                  <a:ext uri="{FF2B5EF4-FFF2-40B4-BE49-F238E27FC236}">
                    <a16:creationId xmlns:a16="http://schemas.microsoft.com/office/drawing/2014/main" id="{446FCCAB-15BD-4FE7-FAB5-E374F18E6764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2" name="Retângulo 351">
                <a:extLst>
                  <a:ext uri="{FF2B5EF4-FFF2-40B4-BE49-F238E27FC236}">
                    <a16:creationId xmlns:a16="http://schemas.microsoft.com/office/drawing/2014/main" id="{B7337D26-EE74-B8BD-9832-EEC61184F026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3" name="Retângulo 352">
                <a:extLst>
                  <a:ext uri="{FF2B5EF4-FFF2-40B4-BE49-F238E27FC236}">
                    <a16:creationId xmlns:a16="http://schemas.microsoft.com/office/drawing/2014/main" id="{98F985D7-1600-86B4-2172-C903FF2C7F8B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8FB94247-94C7-1478-E554-FF7EEA7AE1DE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332" name="Agrupar 331">
                <a:extLst>
                  <a:ext uri="{FF2B5EF4-FFF2-40B4-BE49-F238E27FC236}">
                    <a16:creationId xmlns:a16="http://schemas.microsoft.com/office/drawing/2014/main" id="{ED8F9715-615C-B13A-2509-32D0C2A5166D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335" name="Imagem 334">
                  <a:extLst>
                    <a:ext uri="{FF2B5EF4-FFF2-40B4-BE49-F238E27FC236}">
                      <a16:creationId xmlns:a16="http://schemas.microsoft.com/office/drawing/2014/main" id="{F3D3B61C-F349-4210-F718-E5509A1D3F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6" name="Imagem 335">
                  <a:extLst>
                    <a:ext uri="{FF2B5EF4-FFF2-40B4-BE49-F238E27FC236}">
                      <a16:creationId xmlns:a16="http://schemas.microsoft.com/office/drawing/2014/main" id="{68535926-4329-BE16-F67A-3BFEAD2F3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7" name="Imagem 336">
                  <a:extLst>
                    <a:ext uri="{FF2B5EF4-FFF2-40B4-BE49-F238E27FC236}">
                      <a16:creationId xmlns:a16="http://schemas.microsoft.com/office/drawing/2014/main" id="{322A582A-2684-851D-2F5A-46455473EF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8" name="Imagem 337">
                  <a:extLst>
                    <a:ext uri="{FF2B5EF4-FFF2-40B4-BE49-F238E27FC236}">
                      <a16:creationId xmlns:a16="http://schemas.microsoft.com/office/drawing/2014/main" id="{ECDF9C58-5EDF-6008-CEFF-08DE4F3DD5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9" name="Imagem 338">
                  <a:extLst>
                    <a:ext uri="{FF2B5EF4-FFF2-40B4-BE49-F238E27FC236}">
                      <a16:creationId xmlns:a16="http://schemas.microsoft.com/office/drawing/2014/main" id="{C0B30E06-486D-5A72-BB98-76C1AD2CCC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0" name="Imagem 339">
                  <a:extLst>
                    <a:ext uri="{FF2B5EF4-FFF2-40B4-BE49-F238E27FC236}">
                      <a16:creationId xmlns:a16="http://schemas.microsoft.com/office/drawing/2014/main" id="{DFC359AA-A724-9A4D-AE95-DE6F622571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1" name="Imagem 340">
                  <a:extLst>
                    <a:ext uri="{FF2B5EF4-FFF2-40B4-BE49-F238E27FC236}">
                      <a16:creationId xmlns:a16="http://schemas.microsoft.com/office/drawing/2014/main" id="{AE03770B-1A26-9CD9-558D-A807114D05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2" name="Imagem 341">
                  <a:extLst>
                    <a:ext uri="{FF2B5EF4-FFF2-40B4-BE49-F238E27FC236}">
                      <a16:creationId xmlns:a16="http://schemas.microsoft.com/office/drawing/2014/main" id="{F2B1DC13-EEC5-1CEA-EDEE-B9D2061A8D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3" name="Imagem 342">
                  <a:extLst>
                    <a:ext uri="{FF2B5EF4-FFF2-40B4-BE49-F238E27FC236}">
                      <a16:creationId xmlns:a16="http://schemas.microsoft.com/office/drawing/2014/main" id="{F0106EFA-56ED-33A9-5917-B3A55655F9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4" name="Imagem 343">
                  <a:extLst>
                    <a:ext uri="{FF2B5EF4-FFF2-40B4-BE49-F238E27FC236}">
                      <a16:creationId xmlns:a16="http://schemas.microsoft.com/office/drawing/2014/main" id="{E437DA46-A026-26A7-63B8-5D683E82B9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5" name="Imagem 344">
                  <a:extLst>
                    <a:ext uri="{FF2B5EF4-FFF2-40B4-BE49-F238E27FC236}">
                      <a16:creationId xmlns:a16="http://schemas.microsoft.com/office/drawing/2014/main" id="{4200B211-4BFA-51EA-F112-059FC9BD85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6" name="Imagem 345">
                  <a:extLst>
                    <a:ext uri="{FF2B5EF4-FFF2-40B4-BE49-F238E27FC236}">
                      <a16:creationId xmlns:a16="http://schemas.microsoft.com/office/drawing/2014/main" id="{641EAD9E-6C8D-2B39-FB28-A27EFA474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7" name="Imagem 346">
                  <a:extLst>
                    <a:ext uri="{FF2B5EF4-FFF2-40B4-BE49-F238E27FC236}">
                      <a16:creationId xmlns:a16="http://schemas.microsoft.com/office/drawing/2014/main" id="{512BBC13-241C-4961-5E3D-D1FE7F430B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348" name="Imagem 347">
                  <a:extLst>
                    <a:ext uri="{FF2B5EF4-FFF2-40B4-BE49-F238E27FC236}">
                      <a16:creationId xmlns:a16="http://schemas.microsoft.com/office/drawing/2014/main" id="{6C4ED51F-3E63-913E-7C24-EA7BB92356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333" name="Oval 37">
                <a:extLst>
                  <a:ext uri="{FF2B5EF4-FFF2-40B4-BE49-F238E27FC236}">
                    <a16:creationId xmlns:a16="http://schemas.microsoft.com/office/drawing/2014/main" id="{F8B26AB2-190F-773A-BEB3-1B6149CA1F96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34" name="Oval 38">
                <a:extLst>
                  <a:ext uri="{FF2B5EF4-FFF2-40B4-BE49-F238E27FC236}">
                    <a16:creationId xmlns:a16="http://schemas.microsoft.com/office/drawing/2014/main" id="{889EA862-1FD8-B20B-F6A6-357BFD43401E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354" name="Agrupar 353">
            <a:extLst>
              <a:ext uri="{FF2B5EF4-FFF2-40B4-BE49-F238E27FC236}">
                <a16:creationId xmlns:a16="http://schemas.microsoft.com/office/drawing/2014/main" id="{45104310-1F53-552F-D16A-7D490F1FCE0B}"/>
              </a:ext>
            </a:extLst>
          </p:cNvPr>
          <p:cNvGrpSpPr/>
          <p:nvPr/>
        </p:nvGrpSpPr>
        <p:grpSpPr>
          <a:xfrm rot="5400000">
            <a:off x="3159959" y="1896029"/>
            <a:ext cx="350385" cy="830881"/>
            <a:chOff x="6721720" y="5658963"/>
            <a:chExt cx="350385" cy="651128"/>
          </a:xfrm>
        </p:grpSpPr>
        <p:sp>
          <p:nvSpPr>
            <p:cNvPr id="355" name="CaixaDeTexto 354">
              <a:extLst>
                <a:ext uri="{FF2B5EF4-FFF2-40B4-BE49-F238E27FC236}">
                  <a16:creationId xmlns:a16="http://schemas.microsoft.com/office/drawing/2014/main" id="{23B9DFB5-C6B7-F5E8-BDD6-FFD0CA2CF3BD}"/>
                </a:ext>
              </a:extLst>
            </p:cNvPr>
            <p:cNvSpPr txBox="1"/>
            <p:nvPr/>
          </p:nvSpPr>
          <p:spPr>
            <a:xfrm rot="16200000">
              <a:off x="6577264" y="5815250"/>
              <a:ext cx="6511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10 mm</a:t>
              </a:r>
            </a:p>
          </p:txBody>
        </p:sp>
        <p:cxnSp>
          <p:nvCxnSpPr>
            <p:cNvPr id="356" name="Conexão reta unidirecional 29">
              <a:extLst>
                <a:ext uri="{FF2B5EF4-FFF2-40B4-BE49-F238E27FC236}">
                  <a16:creationId xmlns:a16="http://schemas.microsoft.com/office/drawing/2014/main" id="{5C467B71-435C-5E3E-3E82-F92C4A0AB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720" y="5728881"/>
              <a:ext cx="0" cy="56968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2EA4A7AE-B2F1-72B6-13B7-98360AA60238}"/>
              </a:ext>
            </a:extLst>
          </p:cNvPr>
          <p:cNvGrpSpPr/>
          <p:nvPr/>
        </p:nvGrpSpPr>
        <p:grpSpPr>
          <a:xfrm rot="16200000">
            <a:off x="1439390" y="3884436"/>
            <a:ext cx="830912" cy="784189"/>
            <a:chOff x="8026479" y="1558640"/>
            <a:chExt cx="860767" cy="784189"/>
          </a:xfrm>
        </p:grpSpPr>
        <p:cxnSp>
          <p:nvCxnSpPr>
            <p:cNvPr id="51" name="Conexão reta unidirecional 19">
              <a:extLst>
                <a:ext uri="{FF2B5EF4-FFF2-40B4-BE49-F238E27FC236}">
                  <a16:creationId xmlns:a16="http://schemas.microsoft.com/office/drawing/2014/main" id="{BBB4578A-2682-C506-1556-3272AB3A9080}"/>
                </a:ext>
              </a:extLst>
            </p:cNvPr>
            <p:cNvCxnSpPr>
              <a:cxnSpLocks/>
            </p:cNvCxnSpPr>
            <p:nvPr/>
          </p:nvCxnSpPr>
          <p:spPr>
            <a:xfrm>
              <a:off x="8026479" y="2306242"/>
              <a:ext cx="8607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D32198E0-312F-A002-5C6B-15CC456EE140}"/>
                </a:ext>
              </a:extLst>
            </p:cNvPr>
            <p:cNvSpPr txBox="1"/>
            <p:nvPr/>
          </p:nvSpPr>
          <p:spPr>
            <a:xfrm rot="5400000">
              <a:off x="8081775" y="1791317"/>
              <a:ext cx="784189" cy="3188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dirty="0"/>
                <a:t>236 mm</a:t>
              </a:r>
            </a:p>
          </p:txBody>
        </p:sp>
      </p:grpSp>
      <p:grpSp>
        <p:nvGrpSpPr>
          <p:cNvPr id="359" name="Agrupar 358">
            <a:extLst>
              <a:ext uri="{FF2B5EF4-FFF2-40B4-BE49-F238E27FC236}">
                <a16:creationId xmlns:a16="http://schemas.microsoft.com/office/drawing/2014/main" id="{31E8D774-6ECE-5F3F-1130-3891CE114A0B}"/>
              </a:ext>
            </a:extLst>
          </p:cNvPr>
          <p:cNvGrpSpPr/>
          <p:nvPr/>
        </p:nvGrpSpPr>
        <p:grpSpPr>
          <a:xfrm rot="16200000">
            <a:off x="8228251" y="1595281"/>
            <a:ext cx="1112686" cy="1174416"/>
            <a:chOff x="7475362" y="4932232"/>
            <a:chExt cx="1014431" cy="1067656"/>
          </a:xfrm>
        </p:grpSpPr>
        <p:grpSp>
          <p:nvGrpSpPr>
            <p:cNvPr id="360" name="Agrupar 359">
              <a:extLst>
                <a:ext uri="{FF2B5EF4-FFF2-40B4-BE49-F238E27FC236}">
                  <a16:creationId xmlns:a16="http://schemas.microsoft.com/office/drawing/2014/main" id="{11F08E0D-E724-A95D-0817-3BCADFE3F37A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379" name="Retângulo: Cantos Arredondados 378">
                <a:extLst>
                  <a:ext uri="{FF2B5EF4-FFF2-40B4-BE49-F238E27FC236}">
                    <a16:creationId xmlns:a16="http://schemas.microsoft.com/office/drawing/2014/main" id="{D86717BF-46C0-2EB2-F622-844419392925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80" name="Oval 54">
                <a:extLst>
                  <a:ext uri="{FF2B5EF4-FFF2-40B4-BE49-F238E27FC236}">
                    <a16:creationId xmlns:a16="http://schemas.microsoft.com/office/drawing/2014/main" id="{717258F6-0AFD-8FDF-AC50-330D5A28173B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81" name="Oval 55">
                <a:extLst>
                  <a:ext uri="{FF2B5EF4-FFF2-40B4-BE49-F238E27FC236}">
                    <a16:creationId xmlns:a16="http://schemas.microsoft.com/office/drawing/2014/main" id="{FB25BB0E-8A85-1950-D08E-840744B8867F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2" name="Retângulo 381">
                <a:extLst>
                  <a:ext uri="{FF2B5EF4-FFF2-40B4-BE49-F238E27FC236}">
                    <a16:creationId xmlns:a16="http://schemas.microsoft.com/office/drawing/2014/main" id="{842DC2E2-F16D-8754-9649-E3194968A2B3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3" name="Retângulo 382">
                <a:extLst>
                  <a:ext uri="{FF2B5EF4-FFF2-40B4-BE49-F238E27FC236}">
                    <a16:creationId xmlns:a16="http://schemas.microsoft.com/office/drawing/2014/main" id="{BA25014E-9FE6-92B5-78E9-EB85CD73A526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61" name="Agrupar 360">
              <a:extLst>
                <a:ext uri="{FF2B5EF4-FFF2-40B4-BE49-F238E27FC236}">
                  <a16:creationId xmlns:a16="http://schemas.microsoft.com/office/drawing/2014/main" id="{A1636658-132F-9755-0BD5-2950DA8BF616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362" name="Agrupar 361">
                <a:extLst>
                  <a:ext uri="{FF2B5EF4-FFF2-40B4-BE49-F238E27FC236}">
                    <a16:creationId xmlns:a16="http://schemas.microsoft.com/office/drawing/2014/main" id="{A55140E5-F98C-550D-0938-12F3616FE131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365" name="Imagem 364">
                  <a:extLst>
                    <a:ext uri="{FF2B5EF4-FFF2-40B4-BE49-F238E27FC236}">
                      <a16:creationId xmlns:a16="http://schemas.microsoft.com/office/drawing/2014/main" id="{B7EC4620-81BB-A1F8-4EA3-C30DD7E6FE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6" name="Imagem 365">
                  <a:extLst>
                    <a:ext uri="{FF2B5EF4-FFF2-40B4-BE49-F238E27FC236}">
                      <a16:creationId xmlns:a16="http://schemas.microsoft.com/office/drawing/2014/main" id="{00673EA2-60CC-EF0B-672C-CAE9C3A80E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7" name="Imagem 366">
                  <a:extLst>
                    <a:ext uri="{FF2B5EF4-FFF2-40B4-BE49-F238E27FC236}">
                      <a16:creationId xmlns:a16="http://schemas.microsoft.com/office/drawing/2014/main" id="{40F3CEB8-445E-EA83-11A4-EA6739C539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8" name="Imagem 367">
                  <a:extLst>
                    <a:ext uri="{FF2B5EF4-FFF2-40B4-BE49-F238E27FC236}">
                      <a16:creationId xmlns:a16="http://schemas.microsoft.com/office/drawing/2014/main" id="{D7738E7D-83B3-5A25-F419-503BD55657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9" name="Imagem 368">
                  <a:extLst>
                    <a:ext uri="{FF2B5EF4-FFF2-40B4-BE49-F238E27FC236}">
                      <a16:creationId xmlns:a16="http://schemas.microsoft.com/office/drawing/2014/main" id="{D4244DA1-A7C4-7DF0-357C-729DC9F962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0" name="Imagem 369">
                  <a:extLst>
                    <a:ext uri="{FF2B5EF4-FFF2-40B4-BE49-F238E27FC236}">
                      <a16:creationId xmlns:a16="http://schemas.microsoft.com/office/drawing/2014/main" id="{9E1A8F49-EED7-F20B-5471-14A526B08B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1" name="Imagem 370">
                  <a:extLst>
                    <a:ext uri="{FF2B5EF4-FFF2-40B4-BE49-F238E27FC236}">
                      <a16:creationId xmlns:a16="http://schemas.microsoft.com/office/drawing/2014/main" id="{5180D9B9-0F83-D972-F0C8-E62BEC52D8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2" name="Imagem 371">
                  <a:extLst>
                    <a:ext uri="{FF2B5EF4-FFF2-40B4-BE49-F238E27FC236}">
                      <a16:creationId xmlns:a16="http://schemas.microsoft.com/office/drawing/2014/main" id="{D96261A5-3389-F40F-9A45-7E20494908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3" name="Imagem 372">
                  <a:extLst>
                    <a:ext uri="{FF2B5EF4-FFF2-40B4-BE49-F238E27FC236}">
                      <a16:creationId xmlns:a16="http://schemas.microsoft.com/office/drawing/2014/main" id="{7B49DAE7-9709-543C-E15F-41D20A5268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4" name="Imagem 373">
                  <a:extLst>
                    <a:ext uri="{FF2B5EF4-FFF2-40B4-BE49-F238E27FC236}">
                      <a16:creationId xmlns:a16="http://schemas.microsoft.com/office/drawing/2014/main" id="{958A6612-B0FA-60C6-53BA-A73AEF000D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5" name="Imagem 374">
                  <a:extLst>
                    <a:ext uri="{FF2B5EF4-FFF2-40B4-BE49-F238E27FC236}">
                      <a16:creationId xmlns:a16="http://schemas.microsoft.com/office/drawing/2014/main" id="{20F125FB-902C-E54B-21F9-EEB6E58CEF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6" name="Imagem 375">
                  <a:extLst>
                    <a:ext uri="{FF2B5EF4-FFF2-40B4-BE49-F238E27FC236}">
                      <a16:creationId xmlns:a16="http://schemas.microsoft.com/office/drawing/2014/main" id="{A8B35CD3-2039-BCAF-2FB1-721881C41C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7" name="Imagem 376">
                  <a:extLst>
                    <a:ext uri="{FF2B5EF4-FFF2-40B4-BE49-F238E27FC236}">
                      <a16:creationId xmlns:a16="http://schemas.microsoft.com/office/drawing/2014/main" id="{B921E543-33C9-C5DE-8D3F-B538E23663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378" name="Imagem 377">
                  <a:extLst>
                    <a:ext uri="{FF2B5EF4-FFF2-40B4-BE49-F238E27FC236}">
                      <a16:creationId xmlns:a16="http://schemas.microsoft.com/office/drawing/2014/main" id="{C1CB368D-FC57-3BCA-77D2-F8EA120C0C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363" name="Oval 37">
                <a:extLst>
                  <a:ext uri="{FF2B5EF4-FFF2-40B4-BE49-F238E27FC236}">
                    <a16:creationId xmlns:a16="http://schemas.microsoft.com/office/drawing/2014/main" id="{80B18368-8544-8800-6E8C-6C98FE04874B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64" name="Oval 38">
                <a:extLst>
                  <a:ext uri="{FF2B5EF4-FFF2-40B4-BE49-F238E27FC236}">
                    <a16:creationId xmlns:a16="http://schemas.microsoft.com/office/drawing/2014/main" id="{18EA6159-E11C-F458-735C-D261C108C660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384" name="Agrupar 383">
            <a:extLst>
              <a:ext uri="{FF2B5EF4-FFF2-40B4-BE49-F238E27FC236}">
                <a16:creationId xmlns:a16="http://schemas.microsoft.com/office/drawing/2014/main" id="{DE326190-053F-57F9-8931-9882428650C8}"/>
              </a:ext>
            </a:extLst>
          </p:cNvPr>
          <p:cNvGrpSpPr/>
          <p:nvPr/>
        </p:nvGrpSpPr>
        <p:grpSpPr>
          <a:xfrm rot="5400000">
            <a:off x="6037855" y="1580971"/>
            <a:ext cx="1112686" cy="1174416"/>
            <a:chOff x="7475362" y="4932232"/>
            <a:chExt cx="1014431" cy="1067656"/>
          </a:xfrm>
        </p:grpSpPr>
        <p:grpSp>
          <p:nvGrpSpPr>
            <p:cNvPr id="385" name="Agrupar 384">
              <a:extLst>
                <a:ext uri="{FF2B5EF4-FFF2-40B4-BE49-F238E27FC236}">
                  <a16:creationId xmlns:a16="http://schemas.microsoft.com/office/drawing/2014/main" id="{EE72B0BE-4F9A-7FD4-05F8-71A99AB7F363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404" name="Retângulo: Cantos Arredondados 403">
                <a:extLst>
                  <a:ext uri="{FF2B5EF4-FFF2-40B4-BE49-F238E27FC236}">
                    <a16:creationId xmlns:a16="http://schemas.microsoft.com/office/drawing/2014/main" id="{8E4C42CC-2C48-BF1D-0330-192F8D253563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05" name="Oval 54">
                <a:extLst>
                  <a:ext uri="{FF2B5EF4-FFF2-40B4-BE49-F238E27FC236}">
                    <a16:creationId xmlns:a16="http://schemas.microsoft.com/office/drawing/2014/main" id="{B3EF625B-80CC-25E9-88F3-E5C6CB1A8217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06" name="Oval 55">
                <a:extLst>
                  <a:ext uri="{FF2B5EF4-FFF2-40B4-BE49-F238E27FC236}">
                    <a16:creationId xmlns:a16="http://schemas.microsoft.com/office/drawing/2014/main" id="{BE2D148B-B580-E152-3E6B-6BA7E42FA707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7" name="Retângulo 406">
                <a:extLst>
                  <a:ext uri="{FF2B5EF4-FFF2-40B4-BE49-F238E27FC236}">
                    <a16:creationId xmlns:a16="http://schemas.microsoft.com/office/drawing/2014/main" id="{0499C005-6F79-D447-FCE0-5214598A2882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8" name="Retângulo 407">
                <a:extLst>
                  <a:ext uri="{FF2B5EF4-FFF2-40B4-BE49-F238E27FC236}">
                    <a16:creationId xmlns:a16="http://schemas.microsoft.com/office/drawing/2014/main" id="{BA62A7E1-09EC-CBB2-1DF8-6EC1DA3E6EC7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86" name="Agrupar 385">
              <a:extLst>
                <a:ext uri="{FF2B5EF4-FFF2-40B4-BE49-F238E27FC236}">
                  <a16:creationId xmlns:a16="http://schemas.microsoft.com/office/drawing/2014/main" id="{D33A79AA-AF93-33E8-AA97-85FD22ACC20B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387" name="Agrupar 386">
                <a:extLst>
                  <a:ext uri="{FF2B5EF4-FFF2-40B4-BE49-F238E27FC236}">
                    <a16:creationId xmlns:a16="http://schemas.microsoft.com/office/drawing/2014/main" id="{E846BFF3-BA10-9C40-A00C-1EA9B6225F2D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390" name="Imagem 389">
                  <a:extLst>
                    <a:ext uri="{FF2B5EF4-FFF2-40B4-BE49-F238E27FC236}">
                      <a16:creationId xmlns:a16="http://schemas.microsoft.com/office/drawing/2014/main" id="{7460BD93-498C-F87A-F1A2-5D9D47441E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1" name="Imagem 390">
                  <a:extLst>
                    <a:ext uri="{FF2B5EF4-FFF2-40B4-BE49-F238E27FC236}">
                      <a16:creationId xmlns:a16="http://schemas.microsoft.com/office/drawing/2014/main" id="{1548B403-1100-2AC4-A8E8-A370BE8DD5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2" name="Imagem 391">
                  <a:extLst>
                    <a:ext uri="{FF2B5EF4-FFF2-40B4-BE49-F238E27FC236}">
                      <a16:creationId xmlns:a16="http://schemas.microsoft.com/office/drawing/2014/main" id="{F758943F-36EA-BBFE-9DB7-E18DCCDF90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3" name="Imagem 392">
                  <a:extLst>
                    <a:ext uri="{FF2B5EF4-FFF2-40B4-BE49-F238E27FC236}">
                      <a16:creationId xmlns:a16="http://schemas.microsoft.com/office/drawing/2014/main" id="{7ACFC447-0A4A-BADC-41B7-D70AF7B638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4" name="Imagem 393">
                  <a:extLst>
                    <a:ext uri="{FF2B5EF4-FFF2-40B4-BE49-F238E27FC236}">
                      <a16:creationId xmlns:a16="http://schemas.microsoft.com/office/drawing/2014/main" id="{A45D7DE0-48E0-9049-3FC6-46E618E531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5" name="Imagem 394">
                  <a:extLst>
                    <a:ext uri="{FF2B5EF4-FFF2-40B4-BE49-F238E27FC236}">
                      <a16:creationId xmlns:a16="http://schemas.microsoft.com/office/drawing/2014/main" id="{5C1C2286-A0BA-F608-6E61-83EB94BDE5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6" name="Imagem 395">
                  <a:extLst>
                    <a:ext uri="{FF2B5EF4-FFF2-40B4-BE49-F238E27FC236}">
                      <a16:creationId xmlns:a16="http://schemas.microsoft.com/office/drawing/2014/main" id="{F09C4E73-372B-2309-594F-2A4409F033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7" name="Imagem 396">
                  <a:extLst>
                    <a:ext uri="{FF2B5EF4-FFF2-40B4-BE49-F238E27FC236}">
                      <a16:creationId xmlns:a16="http://schemas.microsoft.com/office/drawing/2014/main" id="{F0D61169-A2CF-7474-2D3F-673A92F18F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8" name="Imagem 397">
                  <a:extLst>
                    <a:ext uri="{FF2B5EF4-FFF2-40B4-BE49-F238E27FC236}">
                      <a16:creationId xmlns:a16="http://schemas.microsoft.com/office/drawing/2014/main" id="{AD186C63-A6BD-887A-FD8E-B0794D3B6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9" name="Imagem 398">
                  <a:extLst>
                    <a:ext uri="{FF2B5EF4-FFF2-40B4-BE49-F238E27FC236}">
                      <a16:creationId xmlns:a16="http://schemas.microsoft.com/office/drawing/2014/main" id="{622219AD-7B0B-9770-5B8B-BA21B422AF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00" name="Imagem 399">
                  <a:extLst>
                    <a:ext uri="{FF2B5EF4-FFF2-40B4-BE49-F238E27FC236}">
                      <a16:creationId xmlns:a16="http://schemas.microsoft.com/office/drawing/2014/main" id="{FAF415A0-1704-8CB6-827B-FDE5D58B9E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01" name="Imagem 400">
                  <a:extLst>
                    <a:ext uri="{FF2B5EF4-FFF2-40B4-BE49-F238E27FC236}">
                      <a16:creationId xmlns:a16="http://schemas.microsoft.com/office/drawing/2014/main" id="{9B9BB216-F2C8-A50D-1DE2-F34CEA24B2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02" name="Imagem 401">
                  <a:extLst>
                    <a:ext uri="{FF2B5EF4-FFF2-40B4-BE49-F238E27FC236}">
                      <a16:creationId xmlns:a16="http://schemas.microsoft.com/office/drawing/2014/main" id="{B81B1BF9-045A-DA37-8B5B-C37508C380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403" name="Imagem 402">
                  <a:extLst>
                    <a:ext uri="{FF2B5EF4-FFF2-40B4-BE49-F238E27FC236}">
                      <a16:creationId xmlns:a16="http://schemas.microsoft.com/office/drawing/2014/main" id="{0B10AE4F-D219-A9EF-6149-ECB6C7B50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388" name="Oval 37">
                <a:extLst>
                  <a:ext uri="{FF2B5EF4-FFF2-40B4-BE49-F238E27FC236}">
                    <a16:creationId xmlns:a16="http://schemas.microsoft.com/office/drawing/2014/main" id="{53F61170-A49C-2D09-A4F4-03D5E85FDA72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89" name="Oval 38">
                <a:extLst>
                  <a:ext uri="{FF2B5EF4-FFF2-40B4-BE49-F238E27FC236}">
                    <a16:creationId xmlns:a16="http://schemas.microsoft.com/office/drawing/2014/main" id="{1A639548-93F1-2CB5-4AA9-5EB16CE366C5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409" name="Agrupar 408">
            <a:extLst>
              <a:ext uri="{FF2B5EF4-FFF2-40B4-BE49-F238E27FC236}">
                <a16:creationId xmlns:a16="http://schemas.microsoft.com/office/drawing/2014/main" id="{93551137-A12D-6818-338E-D314C8279913}"/>
              </a:ext>
            </a:extLst>
          </p:cNvPr>
          <p:cNvGrpSpPr/>
          <p:nvPr/>
        </p:nvGrpSpPr>
        <p:grpSpPr>
          <a:xfrm rot="16200000">
            <a:off x="8212530" y="2780238"/>
            <a:ext cx="1112686" cy="1174416"/>
            <a:chOff x="7475362" y="4932232"/>
            <a:chExt cx="1014431" cy="1067656"/>
          </a:xfrm>
        </p:grpSpPr>
        <p:grpSp>
          <p:nvGrpSpPr>
            <p:cNvPr id="410" name="Agrupar 409">
              <a:extLst>
                <a:ext uri="{FF2B5EF4-FFF2-40B4-BE49-F238E27FC236}">
                  <a16:creationId xmlns:a16="http://schemas.microsoft.com/office/drawing/2014/main" id="{5737136D-9EC3-102B-27BD-DB9FC3798B3B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429" name="Retângulo: Cantos Arredondados 428">
                <a:extLst>
                  <a:ext uri="{FF2B5EF4-FFF2-40B4-BE49-F238E27FC236}">
                    <a16:creationId xmlns:a16="http://schemas.microsoft.com/office/drawing/2014/main" id="{97FD6778-E16A-64C5-C316-AA05DF777166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0" name="Oval 54">
                <a:extLst>
                  <a:ext uri="{FF2B5EF4-FFF2-40B4-BE49-F238E27FC236}">
                    <a16:creationId xmlns:a16="http://schemas.microsoft.com/office/drawing/2014/main" id="{F93EF0B2-1A33-D5B8-1866-9E903961C0E9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1" name="Oval 55">
                <a:extLst>
                  <a:ext uri="{FF2B5EF4-FFF2-40B4-BE49-F238E27FC236}">
                    <a16:creationId xmlns:a16="http://schemas.microsoft.com/office/drawing/2014/main" id="{51848892-D3E3-83F3-9C74-B8DC2D329057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2" name="Retângulo 431">
                <a:extLst>
                  <a:ext uri="{FF2B5EF4-FFF2-40B4-BE49-F238E27FC236}">
                    <a16:creationId xmlns:a16="http://schemas.microsoft.com/office/drawing/2014/main" id="{8F041267-8290-A57A-AEE8-50131FC7048F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3" name="Retângulo 432">
                <a:extLst>
                  <a:ext uri="{FF2B5EF4-FFF2-40B4-BE49-F238E27FC236}">
                    <a16:creationId xmlns:a16="http://schemas.microsoft.com/office/drawing/2014/main" id="{EFD17D26-1A9C-918A-329E-1153CF63F920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411" name="Agrupar 410">
              <a:extLst>
                <a:ext uri="{FF2B5EF4-FFF2-40B4-BE49-F238E27FC236}">
                  <a16:creationId xmlns:a16="http://schemas.microsoft.com/office/drawing/2014/main" id="{48988D15-4452-0C2F-D087-9231B82FC601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412" name="Agrupar 411">
                <a:extLst>
                  <a:ext uri="{FF2B5EF4-FFF2-40B4-BE49-F238E27FC236}">
                    <a16:creationId xmlns:a16="http://schemas.microsoft.com/office/drawing/2014/main" id="{B0C9E68B-4917-45F8-4570-185CCF916531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415" name="Imagem 414">
                  <a:extLst>
                    <a:ext uri="{FF2B5EF4-FFF2-40B4-BE49-F238E27FC236}">
                      <a16:creationId xmlns:a16="http://schemas.microsoft.com/office/drawing/2014/main" id="{72D2068F-C583-7F3D-246F-FE96BC5FF7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16" name="Imagem 415">
                  <a:extLst>
                    <a:ext uri="{FF2B5EF4-FFF2-40B4-BE49-F238E27FC236}">
                      <a16:creationId xmlns:a16="http://schemas.microsoft.com/office/drawing/2014/main" id="{2FEAE88E-FEBC-54CF-479D-01140646C1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17" name="Imagem 416">
                  <a:extLst>
                    <a:ext uri="{FF2B5EF4-FFF2-40B4-BE49-F238E27FC236}">
                      <a16:creationId xmlns:a16="http://schemas.microsoft.com/office/drawing/2014/main" id="{572D2547-5B55-554D-7955-CD226049B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18" name="Imagem 417">
                  <a:extLst>
                    <a:ext uri="{FF2B5EF4-FFF2-40B4-BE49-F238E27FC236}">
                      <a16:creationId xmlns:a16="http://schemas.microsoft.com/office/drawing/2014/main" id="{1880EE07-2595-D41D-B235-9DE846C3C4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19" name="Imagem 418">
                  <a:extLst>
                    <a:ext uri="{FF2B5EF4-FFF2-40B4-BE49-F238E27FC236}">
                      <a16:creationId xmlns:a16="http://schemas.microsoft.com/office/drawing/2014/main" id="{F9800822-6EA5-4F93-62D4-88D628891F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0" name="Imagem 419">
                  <a:extLst>
                    <a:ext uri="{FF2B5EF4-FFF2-40B4-BE49-F238E27FC236}">
                      <a16:creationId xmlns:a16="http://schemas.microsoft.com/office/drawing/2014/main" id="{3228D359-487E-0A32-6639-BE68CE0EB4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1" name="Imagem 420">
                  <a:extLst>
                    <a:ext uri="{FF2B5EF4-FFF2-40B4-BE49-F238E27FC236}">
                      <a16:creationId xmlns:a16="http://schemas.microsoft.com/office/drawing/2014/main" id="{55525F32-2291-AFC5-90F9-F2CE43962F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2" name="Imagem 421">
                  <a:extLst>
                    <a:ext uri="{FF2B5EF4-FFF2-40B4-BE49-F238E27FC236}">
                      <a16:creationId xmlns:a16="http://schemas.microsoft.com/office/drawing/2014/main" id="{96B31335-E912-5AE3-7E7B-3D84C249E2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3" name="Imagem 422">
                  <a:extLst>
                    <a:ext uri="{FF2B5EF4-FFF2-40B4-BE49-F238E27FC236}">
                      <a16:creationId xmlns:a16="http://schemas.microsoft.com/office/drawing/2014/main" id="{5C84A1F3-05EC-7303-C079-C7C12B3777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4" name="Imagem 423">
                  <a:extLst>
                    <a:ext uri="{FF2B5EF4-FFF2-40B4-BE49-F238E27FC236}">
                      <a16:creationId xmlns:a16="http://schemas.microsoft.com/office/drawing/2014/main" id="{944CEF93-736F-F761-6F80-7B42DB391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5" name="Imagem 424">
                  <a:extLst>
                    <a:ext uri="{FF2B5EF4-FFF2-40B4-BE49-F238E27FC236}">
                      <a16:creationId xmlns:a16="http://schemas.microsoft.com/office/drawing/2014/main" id="{17CE56BE-E648-7BEB-AF61-730E082904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6" name="Imagem 425">
                  <a:extLst>
                    <a:ext uri="{FF2B5EF4-FFF2-40B4-BE49-F238E27FC236}">
                      <a16:creationId xmlns:a16="http://schemas.microsoft.com/office/drawing/2014/main" id="{F0E50747-C709-F6B6-52D0-D51B3D864C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7" name="Imagem 426">
                  <a:extLst>
                    <a:ext uri="{FF2B5EF4-FFF2-40B4-BE49-F238E27FC236}">
                      <a16:creationId xmlns:a16="http://schemas.microsoft.com/office/drawing/2014/main" id="{FA221900-C41C-3EB1-25B3-43438BF20D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428" name="Imagem 427">
                  <a:extLst>
                    <a:ext uri="{FF2B5EF4-FFF2-40B4-BE49-F238E27FC236}">
                      <a16:creationId xmlns:a16="http://schemas.microsoft.com/office/drawing/2014/main" id="{69189A32-69B5-3658-1AA9-6A2A7BE814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413" name="Oval 37">
                <a:extLst>
                  <a:ext uri="{FF2B5EF4-FFF2-40B4-BE49-F238E27FC236}">
                    <a16:creationId xmlns:a16="http://schemas.microsoft.com/office/drawing/2014/main" id="{3B4827C2-EDA1-5644-6671-28C6CC3E151F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14" name="Oval 38">
                <a:extLst>
                  <a:ext uri="{FF2B5EF4-FFF2-40B4-BE49-F238E27FC236}">
                    <a16:creationId xmlns:a16="http://schemas.microsoft.com/office/drawing/2014/main" id="{FA76489E-6176-724A-5960-A5B78AB1CD69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434" name="Agrupar 433">
            <a:extLst>
              <a:ext uri="{FF2B5EF4-FFF2-40B4-BE49-F238E27FC236}">
                <a16:creationId xmlns:a16="http://schemas.microsoft.com/office/drawing/2014/main" id="{88F5436D-53C5-6454-2430-D794D9CB748D}"/>
              </a:ext>
            </a:extLst>
          </p:cNvPr>
          <p:cNvGrpSpPr/>
          <p:nvPr/>
        </p:nvGrpSpPr>
        <p:grpSpPr>
          <a:xfrm rot="16200000">
            <a:off x="6025181" y="2790058"/>
            <a:ext cx="1112686" cy="1174416"/>
            <a:chOff x="7475362" y="4932232"/>
            <a:chExt cx="1014431" cy="1067656"/>
          </a:xfrm>
        </p:grpSpPr>
        <p:grpSp>
          <p:nvGrpSpPr>
            <p:cNvPr id="435" name="Agrupar 434">
              <a:extLst>
                <a:ext uri="{FF2B5EF4-FFF2-40B4-BE49-F238E27FC236}">
                  <a16:creationId xmlns:a16="http://schemas.microsoft.com/office/drawing/2014/main" id="{EFF6807F-314B-0911-EA28-E1197226A031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454" name="Retângulo: Cantos Arredondados 453">
                <a:extLst>
                  <a:ext uri="{FF2B5EF4-FFF2-40B4-BE49-F238E27FC236}">
                    <a16:creationId xmlns:a16="http://schemas.microsoft.com/office/drawing/2014/main" id="{D2C1B560-FD93-CAFD-2F86-0B7188139FF8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5" name="Oval 54">
                <a:extLst>
                  <a:ext uri="{FF2B5EF4-FFF2-40B4-BE49-F238E27FC236}">
                    <a16:creationId xmlns:a16="http://schemas.microsoft.com/office/drawing/2014/main" id="{0B243522-3887-948D-D86B-070BB07C578D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6" name="Oval 55">
                <a:extLst>
                  <a:ext uri="{FF2B5EF4-FFF2-40B4-BE49-F238E27FC236}">
                    <a16:creationId xmlns:a16="http://schemas.microsoft.com/office/drawing/2014/main" id="{F0D96710-F263-B335-D0AD-6D42322ECD85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7" name="Retângulo 456">
                <a:extLst>
                  <a:ext uri="{FF2B5EF4-FFF2-40B4-BE49-F238E27FC236}">
                    <a16:creationId xmlns:a16="http://schemas.microsoft.com/office/drawing/2014/main" id="{BC812198-548F-8C2B-FB5A-16BDD09A2BE9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8" name="Retângulo 457">
                <a:extLst>
                  <a:ext uri="{FF2B5EF4-FFF2-40B4-BE49-F238E27FC236}">
                    <a16:creationId xmlns:a16="http://schemas.microsoft.com/office/drawing/2014/main" id="{06DB071A-07F4-E74C-178E-880B97D07EDE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436" name="Agrupar 435">
              <a:extLst>
                <a:ext uri="{FF2B5EF4-FFF2-40B4-BE49-F238E27FC236}">
                  <a16:creationId xmlns:a16="http://schemas.microsoft.com/office/drawing/2014/main" id="{6F65BE15-4F51-ADEC-DDE9-D542F4F2389E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437" name="Agrupar 436">
                <a:extLst>
                  <a:ext uri="{FF2B5EF4-FFF2-40B4-BE49-F238E27FC236}">
                    <a16:creationId xmlns:a16="http://schemas.microsoft.com/office/drawing/2014/main" id="{14B76EA9-794D-2346-7FDA-557DEB36043E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440" name="Imagem 439">
                  <a:extLst>
                    <a:ext uri="{FF2B5EF4-FFF2-40B4-BE49-F238E27FC236}">
                      <a16:creationId xmlns:a16="http://schemas.microsoft.com/office/drawing/2014/main" id="{D3687559-12AE-794E-A928-98EA310B6F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1" name="Imagem 440">
                  <a:extLst>
                    <a:ext uri="{FF2B5EF4-FFF2-40B4-BE49-F238E27FC236}">
                      <a16:creationId xmlns:a16="http://schemas.microsoft.com/office/drawing/2014/main" id="{0576165B-3FAD-7397-BFB5-71B3687FCE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2" name="Imagem 441">
                  <a:extLst>
                    <a:ext uri="{FF2B5EF4-FFF2-40B4-BE49-F238E27FC236}">
                      <a16:creationId xmlns:a16="http://schemas.microsoft.com/office/drawing/2014/main" id="{2476305F-F01F-EBFC-DBC5-87D791A802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3" name="Imagem 442">
                  <a:extLst>
                    <a:ext uri="{FF2B5EF4-FFF2-40B4-BE49-F238E27FC236}">
                      <a16:creationId xmlns:a16="http://schemas.microsoft.com/office/drawing/2014/main" id="{6C6C8DAB-5FDE-6707-43CA-DDC6079AA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4" name="Imagem 443">
                  <a:extLst>
                    <a:ext uri="{FF2B5EF4-FFF2-40B4-BE49-F238E27FC236}">
                      <a16:creationId xmlns:a16="http://schemas.microsoft.com/office/drawing/2014/main" id="{933F0E67-31BC-65E0-5E1B-CF27B68909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5" name="Imagem 444">
                  <a:extLst>
                    <a:ext uri="{FF2B5EF4-FFF2-40B4-BE49-F238E27FC236}">
                      <a16:creationId xmlns:a16="http://schemas.microsoft.com/office/drawing/2014/main" id="{8EE502BA-3871-17F9-0717-8D681AAE37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6" name="Imagem 445">
                  <a:extLst>
                    <a:ext uri="{FF2B5EF4-FFF2-40B4-BE49-F238E27FC236}">
                      <a16:creationId xmlns:a16="http://schemas.microsoft.com/office/drawing/2014/main" id="{566D4CCC-3FE4-88B8-13E5-C6B55E68E3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7" name="Imagem 446">
                  <a:extLst>
                    <a:ext uri="{FF2B5EF4-FFF2-40B4-BE49-F238E27FC236}">
                      <a16:creationId xmlns:a16="http://schemas.microsoft.com/office/drawing/2014/main" id="{D15B4652-7585-5705-3DFD-43AB3E0C71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8" name="Imagem 447">
                  <a:extLst>
                    <a:ext uri="{FF2B5EF4-FFF2-40B4-BE49-F238E27FC236}">
                      <a16:creationId xmlns:a16="http://schemas.microsoft.com/office/drawing/2014/main" id="{6A8FAF48-CF39-E6D1-BCA4-A21959B2DB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9" name="Imagem 448">
                  <a:extLst>
                    <a:ext uri="{FF2B5EF4-FFF2-40B4-BE49-F238E27FC236}">
                      <a16:creationId xmlns:a16="http://schemas.microsoft.com/office/drawing/2014/main" id="{935AE889-E398-0130-540D-A0F601A3CF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50" name="Imagem 449">
                  <a:extLst>
                    <a:ext uri="{FF2B5EF4-FFF2-40B4-BE49-F238E27FC236}">
                      <a16:creationId xmlns:a16="http://schemas.microsoft.com/office/drawing/2014/main" id="{6C2DBE4A-8F64-5C92-535B-C85241B508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51" name="Imagem 450">
                  <a:extLst>
                    <a:ext uri="{FF2B5EF4-FFF2-40B4-BE49-F238E27FC236}">
                      <a16:creationId xmlns:a16="http://schemas.microsoft.com/office/drawing/2014/main" id="{4C5EA0AB-F760-455E-89CB-DBC4B7F82A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52" name="Imagem 451">
                  <a:extLst>
                    <a:ext uri="{FF2B5EF4-FFF2-40B4-BE49-F238E27FC236}">
                      <a16:creationId xmlns:a16="http://schemas.microsoft.com/office/drawing/2014/main" id="{6A10081D-F83A-E053-8B09-F40ED33D0C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453" name="Imagem 452">
                  <a:extLst>
                    <a:ext uri="{FF2B5EF4-FFF2-40B4-BE49-F238E27FC236}">
                      <a16:creationId xmlns:a16="http://schemas.microsoft.com/office/drawing/2014/main" id="{E58FEFD0-AFB3-265E-C82A-0A3178627B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438" name="Oval 37">
                <a:extLst>
                  <a:ext uri="{FF2B5EF4-FFF2-40B4-BE49-F238E27FC236}">
                    <a16:creationId xmlns:a16="http://schemas.microsoft.com/office/drawing/2014/main" id="{C34AF4BB-A74C-A796-DC2E-C80E1EB350DB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9" name="Oval 38">
                <a:extLst>
                  <a:ext uri="{FF2B5EF4-FFF2-40B4-BE49-F238E27FC236}">
                    <a16:creationId xmlns:a16="http://schemas.microsoft.com/office/drawing/2014/main" id="{6AF22D2D-69EC-1271-A46E-62357CEBD7D1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460" name="Agrupar 459">
            <a:extLst>
              <a:ext uri="{FF2B5EF4-FFF2-40B4-BE49-F238E27FC236}">
                <a16:creationId xmlns:a16="http://schemas.microsoft.com/office/drawing/2014/main" id="{3B73697C-920C-961F-5E61-129B72EBF98B}"/>
              </a:ext>
            </a:extLst>
          </p:cNvPr>
          <p:cNvGrpSpPr/>
          <p:nvPr/>
        </p:nvGrpSpPr>
        <p:grpSpPr>
          <a:xfrm rot="5400000">
            <a:off x="9941837" y="1675446"/>
            <a:ext cx="338554" cy="1270477"/>
            <a:chOff x="6697515" y="5728881"/>
            <a:chExt cx="338554" cy="569684"/>
          </a:xfrm>
        </p:grpSpPr>
        <p:sp>
          <p:nvSpPr>
            <p:cNvPr id="461" name="CaixaDeTexto 460">
              <a:extLst>
                <a:ext uri="{FF2B5EF4-FFF2-40B4-BE49-F238E27FC236}">
                  <a16:creationId xmlns:a16="http://schemas.microsoft.com/office/drawing/2014/main" id="{9C7A8A64-0827-7DF8-6CF1-BC7D46D05B0E}"/>
                </a:ext>
              </a:extLst>
            </p:cNvPr>
            <p:cNvSpPr txBox="1"/>
            <p:nvPr/>
          </p:nvSpPr>
          <p:spPr>
            <a:xfrm rot="16200000">
              <a:off x="6668806" y="5816042"/>
              <a:ext cx="3959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65 mm</a:t>
              </a:r>
            </a:p>
          </p:txBody>
        </p:sp>
        <p:cxnSp>
          <p:nvCxnSpPr>
            <p:cNvPr id="462" name="Conexão reta unidirecional 29">
              <a:extLst>
                <a:ext uri="{FF2B5EF4-FFF2-40B4-BE49-F238E27FC236}">
                  <a16:creationId xmlns:a16="http://schemas.microsoft.com/office/drawing/2014/main" id="{A20B6338-3A8B-CF94-1712-C754EC4441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720" y="5728881"/>
              <a:ext cx="0" cy="56968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3" name="Agrupar 462">
            <a:extLst>
              <a:ext uri="{FF2B5EF4-FFF2-40B4-BE49-F238E27FC236}">
                <a16:creationId xmlns:a16="http://schemas.microsoft.com/office/drawing/2014/main" id="{8E75311C-24ED-89D6-EACD-00E344F8CAB8}"/>
              </a:ext>
            </a:extLst>
          </p:cNvPr>
          <p:cNvGrpSpPr/>
          <p:nvPr/>
        </p:nvGrpSpPr>
        <p:grpSpPr>
          <a:xfrm>
            <a:off x="6783074" y="1163346"/>
            <a:ext cx="772752" cy="616885"/>
            <a:chOff x="6721720" y="5680002"/>
            <a:chExt cx="961879" cy="284519"/>
          </a:xfrm>
        </p:grpSpPr>
        <p:sp>
          <p:nvSpPr>
            <p:cNvPr id="464" name="CaixaDeTexto 463">
              <a:extLst>
                <a:ext uri="{FF2B5EF4-FFF2-40B4-BE49-F238E27FC236}">
                  <a16:creationId xmlns:a16="http://schemas.microsoft.com/office/drawing/2014/main" id="{9D6EB9C4-0BEF-E394-1250-E1C735E18923}"/>
                </a:ext>
              </a:extLst>
            </p:cNvPr>
            <p:cNvSpPr txBox="1"/>
            <p:nvPr/>
          </p:nvSpPr>
          <p:spPr>
            <a:xfrm>
              <a:off x="6721720" y="5707149"/>
              <a:ext cx="961879" cy="257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72 mm</a:t>
              </a:r>
            </a:p>
          </p:txBody>
        </p:sp>
        <p:cxnSp>
          <p:nvCxnSpPr>
            <p:cNvPr id="465" name="Conexão reta unidirecional 29">
              <a:extLst>
                <a:ext uri="{FF2B5EF4-FFF2-40B4-BE49-F238E27FC236}">
                  <a16:creationId xmlns:a16="http://schemas.microsoft.com/office/drawing/2014/main" id="{BE840FF7-1514-F2B0-B421-2CE7D090CB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1720" y="5680002"/>
              <a:ext cx="5352" cy="2295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Agrupar 467">
            <a:extLst>
              <a:ext uri="{FF2B5EF4-FFF2-40B4-BE49-F238E27FC236}">
                <a16:creationId xmlns:a16="http://schemas.microsoft.com/office/drawing/2014/main" id="{5F58CB82-8FE5-4084-2E3B-4F580C04F60E}"/>
              </a:ext>
            </a:extLst>
          </p:cNvPr>
          <p:cNvGrpSpPr/>
          <p:nvPr/>
        </p:nvGrpSpPr>
        <p:grpSpPr>
          <a:xfrm rot="5400000">
            <a:off x="7527737" y="1810419"/>
            <a:ext cx="338554" cy="935034"/>
            <a:chOff x="6704221" y="5570959"/>
            <a:chExt cx="338554" cy="727606"/>
          </a:xfrm>
        </p:grpSpPr>
        <p:sp>
          <p:nvSpPr>
            <p:cNvPr id="469" name="CaixaDeTexto 468">
              <a:extLst>
                <a:ext uri="{FF2B5EF4-FFF2-40B4-BE49-F238E27FC236}">
                  <a16:creationId xmlns:a16="http://schemas.microsoft.com/office/drawing/2014/main" id="{DD95E9FC-59E6-DAC6-26A5-B525F5E90146}"/>
                </a:ext>
              </a:extLst>
            </p:cNvPr>
            <p:cNvSpPr txBox="1"/>
            <p:nvPr/>
          </p:nvSpPr>
          <p:spPr>
            <a:xfrm rot="16200000">
              <a:off x="6527483" y="5747697"/>
              <a:ext cx="6920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10 mm</a:t>
              </a:r>
            </a:p>
          </p:txBody>
        </p:sp>
        <p:cxnSp>
          <p:nvCxnSpPr>
            <p:cNvPr id="470" name="Conexão reta unidirecional 29">
              <a:extLst>
                <a:ext uri="{FF2B5EF4-FFF2-40B4-BE49-F238E27FC236}">
                  <a16:creationId xmlns:a16="http://schemas.microsoft.com/office/drawing/2014/main" id="{9CB0E7E9-E541-6FB6-2E88-83F7F0FBE2A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75705" y="5952548"/>
              <a:ext cx="692031" cy="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2" name="Agrupar 471">
            <a:extLst>
              <a:ext uri="{FF2B5EF4-FFF2-40B4-BE49-F238E27FC236}">
                <a16:creationId xmlns:a16="http://schemas.microsoft.com/office/drawing/2014/main" id="{2C552621-E54D-18B8-BD2B-790FB3BDA56E}"/>
              </a:ext>
            </a:extLst>
          </p:cNvPr>
          <p:cNvGrpSpPr/>
          <p:nvPr/>
        </p:nvGrpSpPr>
        <p:grpSpPr>
          <a:xfrm rot="5400000">
            <a:off x="2402873" y="2402972"/>
            <a:ext cx="307777" cy="692820"/>
            <a:chOff x="7820060" y="1613421"/>
            <a:chExt cx="812852" cy="692820"/>
          </a:xfrm>
        </p:grpSpPr>
        <p:cxnSp>
          <p:nvCxnSpPr>
            <p:cNvPr id="473" name="Conexão reta unidirecional 19">
              <a:extLst>
                <a:ext uri="{FF2B5EF4-FFF2-40B4-BE49-F238E27FC236}">
                  <a16:creationId xmlns:a16="http://schemas.microsoft.com/office/drawing/2014/main" id="{E40FED4E-1BFD-B5B8-621A-8F71389DEF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82621" y="1971544"/>
              <a:ext cx="0" cy="66939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4" name="CaixaDeTexto 473">
              <a:extLst>
                <a:ext uri="{FF2B5EF4-FFF2-40B4-BE49-F238E27FC236}">
                  <a16:creationId xmlns:a16="http://schemas.microsoft.com/office/drawing/2014/main" id="{50013F52-591B-925B-A643-D5BF3818833B}"/>
                </a:ext>
              </a:extLst>
            </p:cNvPr>
            <p:cNvSpPr txBox="1"/>
            <p:nvPr/>
          </p:nvSpPr>
          <p:spPr>
            <a:xfrm rot="16200000">
              <a:off x="7880077" y="1553404"/>
              <a:ext cx="692818" cy="8128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dirty="0"/>
                <a:t>10 mm</a:t>
              </a:r>
            </a:p>
          </p:txBody>
        </p:sp>
      </p:grpSp>
      <p:sp>
        <p:nvSpPr>
          <p:cNvPr id="478" name="Retângulo 477">
            <a:extLst>
              <a:ext uri="{FF2B5EF4-FFF2-40B4-BE49-F238E27FC236}">
                <a16:creationId xmlns:a16="http://schemas.microsoft.com/office/drawing/2014/main" id="{5DC4CBCD-1516-D73A-C227-72164A565A39}"/>
              </a:ext>
            </a:extLst>
          </p:cNvPr>
          <p:cNvSpPr/>
          <p:nvPr/>
        </p:nvSpPr>
        <p:spPr>
          <a:xfrm>
            <a:off x="1587841" y="1691495"/>
            <a:ext cx="7833167" cy="21421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79" name="Agrupar 478">
            <a:extLst>
              <a:ext uri="{FF2B5EF4-FFF2-40B4-BE49-F238E27FC236}">
                <a16:creationId xmlns:a16="http://schemas.microsoft.com/office/drawing/2014/main" id="{EA8C0B1C-428F-8282-5383-90FF221AD714}"/>
              </a:ext>
            </a:extLst>
          </p:cNvPr>
          <p:cNvGrpSpPr/>
          <p:nvPr/>
        </p:nvGrpSpPr>
        <p:grpSpPr>
          <a:xfrm rot="5400000">
            <a:off x="5661153" y="-4171888"/>
            <a:ext cx="338554" cy="9874960"/>
            <a:chOff x="6500797" y="836305"/>
            <a:chExt cx="329554" cy="9874960"/>
          </a:xfrm>
        </p:grpSpPr>
        <p:sp>
          <p:nvSpPr>
            <p:cNvPr id="480" name="CaixaDeTexto 479">
              <a:extLst>
                <a:ext uri="{FF2B5EF4-FFF2-40B4-BE49-F238E27FC236}">
                  <a16:creationId xmlns:a16="http://schemas.microsoft.com/office/drawing/2014/main" id="{3DBD3368-599D-1CEF-DE47-47B8C707EEA9}"/>
                </a:ext>
              </a:extLst>
            </p:cNvPr>
            <p:cNvSpPr txBox="1"/>
            <p:nvPr/>
          </p:nvSpPr>
          <p:spPr>
            <a:xfrm rot="16200000">
              <a:off x="6212151" y="5610362"/>
              <a:ext cx="906845" cy="329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900 mm</a:t>
              </a:r>
            </a:p>
          </p:txBody>
        </p:sp>
        <p:cxnSp>
          <p:nvCxnSpPr>
            <p:cNvPr id="481" name="Conexão reta unidirecional 29">
              <a:extLst>
                <a:ext uri="{FF2B5EF4-FFF2-40B4-BE49-F238E27FC236}">
                  <a16:creationId xmlns:a16="http://schemas.microsoft.com/office/drawing/2014/main" id="{6405AC4F-A5E0-645C-8A85-C2D5E4917B3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884835" y="5773785"/>
              <a:ext cx="987496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Agrupar 483">
            <a:extLst>
              <a:ext uri="{FF2B5EF4-FFF2-40B4-BE49-F238E27FC236}">
                <a16:creationId xmlns:a16="http://schemas.microsoft.com/office/drawing/2014/main" id="{A336CBFA-96C8-88A5-2CD8-2D4AF0AE3D5C}"/>
              </a:ext>
            </a:extLst>
          </p:cNvPr>
          <p:cNvGrpSpPr/>
          <p:nvPr/>
        </p:nvGrpSpPr>
        <p:grpSpPr>
          <a:xfrm>
            <a:off x="399093" y="1125979"/>
            <a:ext cx="338555" cy="3556594"/>
            <a:chOff x="6492750" y="836305"/>
            <a:chExt cx="329555" cy="9874960"/>
          </a:xfrm>
        </p:grpSpPr>
        <p:sp>
          <p:nvSpPr>
            <p:cNvPr id="485" name="CaixaDeTexto 484">
              <a:extLst>
                <a:ext uri="{FF2B5EF4-FFF2-40B4-BE49-F238E27FC236}">
                  <a16:creationId xmlns:a16="http://schemas.microsoft.com/office/drawing/2014/main" id="{3EA94F2D-9435-A7FA-EF2C-9420F0EECB56}"/>
                </a:ext>
              </a:extLst>
            </p:cNvPr>
            <p:cNvSpPr txBox="1"/>
            <p:nvPr/>
          </p:nvSpPr>
          <p:spPr>
            <a:xfrm rot="16200000">
              <a:off x="5388101" y="5644020"/>
              <a:ext cx="2538851" cy="329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600 mm</a:t>
              </a:r>
            </a:p>
          </p:txBody>
        </p:sp>
        <p:cxnSp>
          <p:nvCxnSpPr>
            <p:cNvPr id="486" name="Conexão reta unidirecional 29">
              <a:extLst>
                <a:ext uri="{FF2B5EF4-FFF2-40B4-BE49-F238E27FC236}">
                  <a16:creationId xmlns:a16="http://schemas.microsoft.com/office/drawing/2014/main" id="{8EC410D2-059F-7245-29A8-70F4EA989CE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884825" y="5773785"/>
              <a:ext cx="987496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8" name="Retângulo 487">
            <a:extLst>
              <a:ext uri="{FF2B5EF4-FFF2-40B4-BE49-F238E27FC236}">
                <a16:creationId xmlns:a16="http://schemas.microsoft.com/office/drawing/2014/main" id="{BF248103-F863-07AF-153D-A081D74565EC}"/>
              </a:ext>
            </a:extLst>
          </p:cNvPr>
          <p:cNvSpPr/>
          <p:nvPr/>
        </p:nvSpPr>
        <p:spPr>
          <a:xfrm>
            <a:off x="5648194" y="4870427"/>
            <a:ext cx="4028771" cy="15460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90" name="Conector: Curvo 489">
            <a:extLst>
              <a:ext uri="{FF2B5EF4-FFF2-40B4-BE49-F238E27FC236}">
                <a16:creationId xmlns:a16="http://schemas.microsoft.com/office/drawing/2014/main" id="{C2BB4C62-C3EE-18B8-DA86-8182615ECF73}"/>
              </a:ext>
            </a:extLst>
          </p:cNvPr>
          <p:cNvCxnSpPr>
            <a:cxnSpLocks/>
            <a:stCxn id="488" idx="0"/>
            <a:endCxn id="478" idx="2"/>
          </p:cNvCxnSpPr>
          <p:nvPr/>
        </p:nvCxnSpPr>
        <p:spPr>
          <a:xfrm rot="16200000" flipV="1">
            <a:off x="6065110" y="3272956"/>
            <a:ext cx="1036786" cy="215815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91" name="Agrupar 490">
            <a:extLst>
              <a:ext uri="{FF2B5EF4-FFF2-40B4-BE49-F238E27FC236}">
                <a16:creationId xmlns:a16="http://schemas.microsoft.com/office/drawing/2014/main" id="{E948B4B4-5BC7-D407-1238-BDCAAB820A68}"/>
              </a:ext>
            </a:extLst>
          </p:cNvPr>
          <p:cNvGrpSpPr/>
          <p:nvPr/>
        </p:nvGrpSpPr>
        <p:grpSpPr>
          <a:xfrm rot="5400000">
            <a:off x="7487658" y="4718165"/>
            <a:ext cx="339439" cy="4036984"/>
            <a:chOff x="6755694" y="836306"/>
            <a:chExt cx="330416" cy="9874958"/>
          </a:xfrm>
        </p:grpSpPr>
        <p:sp>
          <p:nvSpPr>
            <p:cNvPr id="492" name="CaixaDeTexto 491">
              <a:extLst>
                <a:ext uri="{FF2B5EF4-FFF2-40B4-BE49-F238E27FC236}">
                  <a16:creationId xmlns:a16="http://schemas.microsoft.com/office/drawing/2014/main" id="{8A6C2FBE-A66C-CB27-415A-C2C5042D3B72}"/>
                </a:ext>
              </a:extLst>
            </p:cNvPr>
            <p:cNvSpPr txBox="1"/>
            <p:nvPr/>
          </p:nvSpPr>
          <p:spPr>
            <a:xfrm rot="16200000">
              <a:off x="5698350" y="5230958"/>
              <a:ext cx="2445966" cy="329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825 mm</a:t>
              </a:r>
            </a:p>
          </p:txBody>
        </p:sp>
        <p:cxnSp>
          <p:nvCxnSpPr>
            <p:cNvPr id="493" name="Conexão reta unidirecional 29">
              <a:extLst>
                <a:ext uri="{FF2B5EF4-FFF2-40B4-BE49-F238E27FC236}">
                  <a16:creationId xmlns:a16="http://schemas.microsoft.com/office/drawing/2014/main" id="{A3A8DFF1-B4F5-185F-BCA9-3A05530D57F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818646" y="5773354"/>
              <a:ext cx="9874958" cy="8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6" name="Agrupar 495">
            <a:extLst>
              <a:ext uri="{FF2B5EF4-FFF2-40B4-BE49-F238E27FC236}">
                <a16:creationId xmlns:a16="http://schemas.microsoft.com/office/drawing/2014/main" id="{1CF55075-E667-5036-4735-B3D174165A01}"/>
              </a:ext>
            </a:extLst>
          </p:cNvPr>
          <p:cNvGrpSpPr/>
          <p:nvPr/>
        </p:nvGrpSpPr>
        <p:grpSpPr>
          <a:xfrm>
            <a:off x="4680341" y="4870427"/>
            <a:ext cx="920609" cy="1546006"/>
            <a:chOff x="6076304" y="836306"/>
            <a:chExt cx="715400" cy="9874958"/>
          </a:xfrm>
        </p:grpSpPr>
        <p:sp>
          <p:nvSpPr>
            <p:cNvPr id="497" name="CaixaDeTexto 496">
              <a:extLst>
                <a:ext uri="{FF2B5EF4-FFF2-40B4-BE49-F238E27FC236}">
                  <a16:creationId xmlns:a16="http://schemas.microsoft.com/office/drawing/2014/main" id="{32ABEFF8-3044-E45C-C256-197F78416D61}"/>
                </a:ext>
              </a:extLst>
            </p:cNvPr>
            <p:cNvSpPr txBox="1"/>
            <p:nvPr/>
          </p:nvSpPr>
          <p:spPr>
            <a:xfrm>
              <a:off x="6076304" y="4688457"/>
              <a:ext cx="715400" cy="216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292 mm</a:t>
              </a:r>
            </a:p>
          </p:txBody>
        </p:sp>
        <p:cxnSp>
          <p:nvCxnSpPr>
            <p:cNvPr id="498" name="Conexão reta unidirecional 29">
              <a:extLst>
                <a:ext uri="{FF2B5EF4-FFF2-40B4-BE49-F238E27FC236}">
                  <a16:creationId xmlns:a16="http://schemas.microsoft.com/office/drawing/2014/main" id="{755D52A0-0EC4-422B-5CE7-818D4D404FF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818646" y="5773354"/>
              <a:ext cx="9874958" cy="8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4ED3D6C1-C7EB-490B-DEAF-0CD6473FC218}"/>
              </a:ext>
            </a:extLst>
          </p:cNvPr>
          <p:cNvSpPr txBox="1"/>
          <p:nvPr/>
        </p:nvSpPr>
        <p:spPr>
          <a:xfrm>
            <a:off x="1737967" y="21442"/>
            <a:ext cx="9565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Suportes na Horizontal - </a:t>
            </a:r>
            <a:r>
              <a:rPr lang="pt-BR" sz="3200" dirty="0">
                <a:solidFill>
                  <a:srgbClr val="C00000"/>
                </a:solidFill>
              </a:rPr>
              <a:t>Zona de Carga e Descarga</a:t>
            </a:r>
            <a:endParaRPr lang="pt-PT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33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EC41A-B3EB-ED22-C057-62BA0737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100472"/>
            <a:ext cx="10515600" cy="1325563"/>
          </a:xfrm>
        </p:spPr>
        <p:txBody>
          <a:bodyPr>
            <a:normAutofit/>
          </a:bodyPr>
          <a:lstStyle/>
          <a:p>
            <a:r>
              <a:rPr lang="pt-BR" b="1" dirty="0"/>
              <a:t>Suportes Horizontal – Modelo 3D</a:t>
            </a:r>
            <a:endParaRPr lang="pt-BR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>
                <a:extLst>
                  <a:ext uri="{FF2B5EF4-FFF2-40B4-BE49-F238E27FC236}">
                    <a16:creationId xmlns:a16="http://schemas.microsoft.com/office/drawing/2014/main" id="{2D327A5C-AB3C-423A-721F-BE963ADEE9E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97482898"/>
                  </p:ext>
                </p:extLst>
              </p:nvPr>
            </p:nvGraphicFramePr>
            <p:xfrm>
              <a:off x="0" y="-3540"/>
              <a:ext cx="12192000" cy="676106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192000" cy="6761068"/>
                    </a:xfrm>
                    <a:prstGeom prst="rect">
                      <a:avLst/>
                    </a:prstGeom>
                  </am3d:spPr>
                  <am3d:camera>
                    <am3d:pos x="0" y="0" z="65117906"/>
                    <am3d:up dx="0" dy="36000000" dz="0"/>
                    <am3d:lookAt x="0" y="0" z="0"/>
                    <am3d:perspective fov="2599479"/>
                  </am3d:camera>
                  <am3d:trans>
                    <am3d:meterPerModelUnit n="555555" d="1000000"/>
                    <am3d:preTrans dx="0" dy="0" dz="-6146383"/>
                    <am3d:scale>
                      <am3d:sx n="1000000" d="1000000"/>
                      <am3d:sy n="1000000" d="1000000"/>
                      <am3d:sz n="1000000" d="1000000"/>
                    </am3d:scale>
                    <am3d:rot ax="4781403" ay="-6736" az="10763099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>
                <a:extLst>
                  <a:ext uri="{FF2B5EF4-FFF2-40B4-BE49-F238E27FC236}">
                    <a16:creationId xmlns:a16="http://schemas.microsoft.com/office/drawing/2014/main" id="{2D327A5C-AB3C-423A-721F-BE963ADEE9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3540"/>
                <a:ext cx="12192000" cy="67610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707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3.4873"/>
                                          </p:val>
                                        </p:tav>
                                        <p:tav tm="6660">
                                          <p:val>
                                            <p:fltVal val="6.0519"/>
                                          </p:val>
                                        </p:tav>
                                        <p:tav tm="9990">
                                          <p:val>
                                            <p:fltVal val="7.8356"/>
                                          </p:val>
                                        </p:tav>
                                        <p:tav tm="13320">
                                          <p:val>
                                            <p:fltVal val="8.9802"/>
                                          </p:val>
                                        </p:tav>
                                        <p:tav tm="16650">
                                          <p:val>
                                            <p:fltVal val="9.6274"/>
                                          </p:val>
                                        </p:tav>
                                        <p:tav tm="19970">
                                          <p:val>
                                            <p:fltVal val="9.9185"/>
                                          </p:val>
                                        </p:tav>
                                        <p:tav tm="23290">
                                          <p:val>
                                            <p:fltVal val="9.9968"/>
                                          </p:val>
                                        </p:tav>
                                        <p:tav tm="26620">
                                          <p:val>
                                            <p:fltVal val="9.9972"/>
                                          </p:val>
                                        </p:tav>
                                        <p:tav tm="29950">
                                          <p:val>
                                            <p:fltVal val="9.9223"/>
                                          </p:val>
                                        </p:tav>
                                        <p:tav tm="33280">
                                          <p:val>
                                            <p:fltVal val="9.6366"/>
                                          </p:val>
                                        </p:tav>
                                        <p:tav tm="36610">
                                          <p:val>
                                            <p:fltVal val="8.9984"/>
                                          </p:val>
                                        </p:tav>
                                        <p:tav tm="39940">
                                          <p:val>
                                            <p:fltVal val="7.8658"/>
                                          </p:val>
                                        </p:tav>
                                        <p:tav tm="43270">
                                          <p:val>
                                            <p:fltVal val="6.097"/>
                                          </p:val>
                                        </p:tav>
                                        <p:tav tm="46600">
                                          <p:val>
                                            <p:fltVal val="3.5502"/>
                                          </p:val>
                                        </p:tav>
                                        <p:tav tm="49930">
                                          <p:val>
                                            <p:fltVal val="0.0837"/>
                                          </p:val>
                                        </p:tav>
                                        <p:tav tm="53250">
                                          <p:val>
                                            <p:fltVal val="-3.4149"/>
                                          </p:val>
                                        </p:tav>
                                        <p:tav tm="56580">
                                          <p:val>
                                            <p:fltVal val="-6.0001"/>
                                          </p:val>
                                        </p:tav>
                                        <p:tav tm="59900">
                                          <p:val>
                                            <p:fltVal val="-7.7965"/>
                                          </p:val>
                                        </p:tav>
                                        <p:tav tm="63220">
                                          <p:val>
                                            <p:fltVal val="-8.9537"/>
                                          </p:val>
                                        </p:tav>
                                        <p:tav tm="66540">
                                          <p:val>
                                            <p:fltVal val="-9.6124"/>
                                          </p:val>
                                        </p:tav>
                                        <p:tav tm="69870">
                                          <p:val>
                                            <p:fltVal val="-9.9135"/>
                                          </p:val>
                                        </p:tav>
                                        <p:tav tm="73190">
                                          <p:val>
                                            <p:fltVal val="-9.9962"/>
                                          </p:val>
                                        </p:tav>
                                        <p:tav tm="76510">
                                          <p:val>
                                            <p:fltVal val="-9.9977"/>
                                          </p:val>
                                        </p:tav>
                                        <p:tav tm="79830">
                                          <p:val>
                                            <p:fltVal val="-9.9278"/>
                                          </p:val>
                                        </p:tav>
                                        <p:tav tm="83160">
                                          <p:val>
                                            <p:fltVal val="-9.6522"/>
                                          </p:val>
                                        </p:tav>
                                        <p:tav tm="86480">
                                          <p:val>
                                            <p:fltVal val="-9.0317"/>
                                          </p:val>
                                        </p:tav>
                                        <p:tav tm="89800">
                                          <p:val>
                                            <p:fltVal val="-7.9252"/>
                                          </p:val>
                                        </p:tav>
                                        <p:tav tm="93120">
                                          <p:val>
                                            <p:fltVal val="-6.1923"/>
                                          </p:val>
                                        </p:tav>
                                        <p:tav tm="96450">
                                          <p:val>
                                            <p:fltVal val="-3.683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0F0B-1952-733A-6B95-72EC6CACD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FC6840A-67DD-3FF6-BCC9-196F98A0611B}"/>
              </a:ext>
            </a:extLst>
          </p:cNvPr>
          <p:cNvSpPr/>
          <p:nvPr/>
        </p:nvSpPr>
        <p:spPr>
          <a:xfrm>
            <a:off x="3761475" y="76199"/>
            <a:ext cx="1910823" cy="2317083"/>
          </a:xfrm>
          <a:prstGeom prst="rect">
            <a:avLst/>
          </a:prstGeom>
          <a:solidFill>
            <a:srgbClr val="1BE3ED"/>
          </a:solidFill>
          <a:ln>
            <a:solidFill>
              <a:srgbClr val="1BE3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E57D620-13B5-EA64-3BFE-09C0AE8587EF}"/>
              </a:ext>
            </a:extLst>
          </p:cNvPr>
          <p:cNvSpPr/>
          <p:nvPr/>
        </p:nvSpPr>
        <p:spPr>
          <a:xfrm>
            <a:off x="5516985" y="1124824"/>
            <a:ext cx="159391" cy="4043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A8CF9CB-9144-25A8-4B6C-DF71809C679D}"/>
              </a:ext>
            </a:extLst>
          </p:cNvPr>
          <p:cNvSpPr/>
          <p:nvPr/>
        </p:nvSpPr>
        <p:spPr>
          <a:xfrm>
            <a:off x="4208943" y="1124824"/>
            <a:ext cx="1301692" cy="404349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5E22FA9-7E23-4CB6-F9C4-2942A40756ED}"/>
              </a:ext>
            </a:extLst>
          </p:cNvPr>
          <p:cNvSpPr/>
          <p:nvPr/>
        </p:nvSpPr>
        <p:spPr>
          <a:xfrm>
            <a:off x="4039124" y="1124824"/>
            <a:ext cx="159391" cy="4043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15EACD-4E40-8D08-1DB9-1B34301F62B3}"/>
              </a:ext>
            </a:extLst>
          </p:cNvPr>
          <p:cNvSpPr/>
          <p:nvPr/>
        </p:nvSpPr>
        <p:spPr>
          <a:xfrm>
            <a:off x="5673848" y="76200"/>
            <a:ext cx="1038836" cy="3147391"/>
          </a:xfrm>
          <a:prstGeom prst="rect">
            <a:avLst/>
          </a:prstGeom>
          <a:solidFill>
            <a:srgbClr val="1BE3ED"/>
          </a:solidFill>
          <a:ln>
            <a:solidFill>
              <a:srgbClr val="1BE3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E9C2D7C9-AAB1-1700-E6F4-5B397CF09EB4}"/>
              </a:ext>
            </a:extLst>
          </p:cNvPr>
          <p:cNvCxnSpPr>
            <a:cxnSpLocks/>
          </p:cNvCxnSpPr>
          <p:nvPr/>
        </p:nvCxnSpPr>
        <p:spPr>
          <a:xfrm>
            <a:off x="4039124" y="1124824"/>
            <a:ext cx="162047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Seta: Para Baixo 81">
            <a:extLst>
              <a:ext uri="{FF2B5EF4-FFF2-40B4-BE49-F238E27FC236}">
                <a16:creationId xmlns:a16="http://schemas.microsoft.com/office/drawing/2014/main" id="{B0BBD691-DE8F-7098-9544-EBBC33939B3C}"/>
              </a:ext>
            </a:extLst>
          </p:cNvPr>
          <p:cNvSpPr/>
          <p:nvPr/>
        </p:nvSpPr>
        <p:spPr>
          <a:xfrm>
            <a:off x="4743661" y="748431"/>
            <a:ext cx="264915" cy="323205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83" name="Conexão reta 82">
            <a:extLst>
              <a:ext uri="{FF2B5EF4-FFF2-40B4-BE49-F238E27FC236}">
                <a16:creationId xmlns:a16="http://schemas.microsoft.com/office/drawing/2014/main" id="{950E4765-D602-0353-1A47-0EF1A54E0815}"/>
              </a:ext>
            </a:extLst>
          </p:cNvPr>
          <p:cNvCxnSpPr>
            <a:cxnSpLocks/>
          </p:cNvCxnSpPr>
          <p:nvPr/>
        </p:nvCxnSpPr>
        <p:spPr>
          <a:xfrm>
            <a:off x="3760251" y="2412332"/>
            <a:ext cx="25574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xão reta 86">
            <a:extLst>
              <a:ext uri="{FF2B5EF4-FFF2-40B4-BE49-F238E27FC236}">
                <a16:creationId xmlns:a16="http://schemas.microsoft.com/office/drawing/2014/main" id="{BAF31012-A1E4-5D96-40F9-54BBF5A1DF57}"/>
              </a:ext>
            </a:extLst>
          </p:cNvPr>
          <p:cNvCxnSpPr>
            <a:cxnSpLocks/>
          </p:cNvCxnSpPr>
          <p:nvPr/>
        </p:nvCxnSpPr>
        <p:spPr>
          <a:xfrm flipH="1">
            <a:off x="3758679" y="129468"/>
            <a:ext cx="1572" cy="23361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xão reta 90">
            <a:extLst>
              <a:ext uri="{FF2B5EF4-FFF2-40B4-BE49-F238E27FC236}">
                <a16:creationId xmlns:a16="http://schemas.microsoft.com/office/drawing/2014/main" id="{DA566DC8-323D-5156-B8C9-53E40FF8372A}"/>
              </a:ext>
            </a:extLst>
          </p:cNvPr>
          <p:cNvCxnSpPr>
            <a:cxnSpLocks/>
          </p:cNvCxnSpPr>
          <p:nvPr/>
        </p:nvCxnSpPr>
        <p:spPr>
          <a:xfrm>
            <a:off x="6721562" y="76200"/>
            <a:ext cx="0" cy="3147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xão reta 93">
            <a:extLst>
              <a:ext uri="{FF2B5EF4-FFF2-40B4-BE49-F238E27FC236}">
                <a16:creationId xmlns:a16="http://schemas.microsoft.com/office/drawing/2014/main" id="{3AE53BBB-83AD-B012-5A51-650183617610}"/>
              </a:ext>
            </a:extLst>
          </p:cNvPr>
          <p:cNvCxnSpPr>
            <a:cxnSpLocks/>
          </p:cNvCxnSpPr>
          <p:nvPr/>
        </p:nvCxnSpPr>
        <p:spPr>
          <a:xfrm>
            <a:off x="5682726" y="3223591"/>
            <a:ext cx="10388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exão reta 372">
            <a:extLst>
              <a:ext uri="{FF2B5EF4-FFF2-40B4-BE49-F238E27FC236}">
                <a16:creationId xmlns:a16="http://schemas.microsoft.com/office/drawing/2014/main" id="{86579000-9E9A-EAE0-B1FD-DB8643D4B414}"/>
              </a:ext>
            </a:extLst>
          </p:cNvPr>
          <p:cNvCxnSpPr/>
          <p:nvPr/>
        </p:nvCxnSpPr>
        <p:spPr>
          <a:xfrm>
            <a:off x="4202670" y="5284470"/>
            <a:ext cx="13016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Conexão reta 375">
            <a:extLst>
              <a:ext uri="{FF2B5EF4-FFF2-40B4-BE49-F238E27FC236}">
                <a16:creationId xmlns:a16="http://schemas.microsoft.com/office/drawing/2014/main" id="{452DB3DB-F281-29E6-910B-D8809AF97178}"/>
              </a:ext>
            </a:extLst>
          </p:cNvPr>
          <p:cNvCxnSpPr>
            <a:cxnSpLocks/>
          </p:cNvCxnSpPr>
          <p:nvPr/>
        </p:nvCxnSpPr>
        <p:spPr>
          <a:xfrm flipV="1">
            <a:off x="5504362" y="5213985"/>
            <a:ext cx="0" cy="1524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exão reta 376">
            <a:extLst>
              <a:ext uri="{FF2B5EF4-FFF2-40B4-BE49-F238E27FC236}">
                <a16:creationId xmlns:a16="http://schemas.microsoft.com/office/drawing/2014/main" id="{07389CC6-D761-96A1-47FF-CDC1239B1A57}"/>
              </a:ext>
            </a:extLst>
          </p:cNvPr>
          <p:cNvCxnSpPr>
            <a:cxnSpLocks/>
          </p:cNvCxnSpPr>
          <p:nvPr/>
        </p:nvCxnSpPr>
        <p:spPr>
          <a:xfrm flipH="1">
            <a:off x="5790112" y="5168317"/>
            <a:ext cx="16491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Conexão reta 379">
            <a:extLst>
              <a:ext uri="{FF2B5EF4-FFF2-40B4-BE49-F238E27FC236}">
                <a16:creationId xmlns:a16="http://schemas.microsoft.com/office/drawing/2014/main" id="{B9454E61-8A9A-DE16-5EA3-F45371E8E223}"/>
              </a:ext>
            </a:extLst>
          </p:cNvPr>
          <p:cNvCxnSpPr>
            <a:cxnSpLocks/>
          </p:cNvCxnSpPr>
          <p:nvPr/>
        </p:nvCxnSpPr>
        <p:spPr>
          <a:xfrm flipH="1">
            <a:off x="5748202" y="2240333"/>
            <a:ext cx="16491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exão reta 380">
            <a:extLst>
              <a:ext uri="{FF2B5EF4-FFF2-40B4-BE49-F238E27FC236}">
                <a16:creationId xmlns:a16="http://schemas.microsoft.com/office/drawing/2014/main" id="{9EBD5AC5-7F41-CE78-4554-D8C0E2A9D2F8}"/>
              </a:ext>
            </a:extLst>
          </p:cNvPr>
          <p:cNvCxnSpPr>
            <a:cxnSpLocks/>
          </p:cNvCxnSpPr>
          <p:nvPr/>
        </p:nvCxnSpPr>
        <p:spPr>
          <a:xfrm>
            <a:off x="5831490" y="2250407"/>
            <a:ext cx="34928" cy="291790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1809B0-8EA1-7A84-FEAA-9C218C344025}"/>
              </a:ext>
            </a:extLst>
          </p:cNvPr>
          <p:cNvSpPr txBox="1"/>
          <p:nvPr/>
        </p:nvSpPr>
        <p:spPr>
          <a:xfrm>
            <a:off x="4551416" y="5337909"/>
            <a:ext cx="667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0000"/>
                </a:solidFill>
              </a:rPr>
              <a:t>500mm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6B1736F-A127-D66F-FD11-D81546396650}"/>
              </a:ext>
            </a:extLst>
          </p:cNvPr>
          <p:cNvSpPr txBox="1"/>
          <p:nvPr/>
        </p:nvSpPr>
        <p:spPr>
          <a:xfrm>
            <a:off x="5849374" y="3704436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0000"/>
                </a:solidFill>
              </a:rPr>
              <a:t>1700mm</a:t>
            </a:r>
          </a:p>
        </p:txBody>
      </p:sp>
      <p:sp>
        <p:nvSpPr>
          <p:cNvPr id="1102" name="CaixaDeTexto 1101">
            <a:extLst>
              <a:ext uri="{FF2B5EF4-FFF2-40B4-BE49-F238E27FC236}">
                <a16:creationId xmlns:a16="http://schemas.microsoft.com/office/drawing/2014/main" id="{70F5322F-6C4D-D15D-67F1-02ADD26120D6}"/>
              </a:ext>
            </a:extLst>
          </p:cNvPr>
          <p:cNvSpPr txBox="1"/>
          <p:nvPr/>
        </p:nvSpPr>
        <p:spPr>
          <a:xfrm>
            <a:off x="3581045" y="36596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In</a:t>
            </a:r>
          </a:p>
        </p:txBody>
      </p:sp>
      <p:sp>
        <p:nvSpPr>
          <p:cNvPr id="1105" name="CaixaDeTexto 1104">
            <a:extLst>
              <a:ext uri="{FF2B5EF4-FFF2-40B4-BE49-F238E27FC236}">
                <a16:creationId xmlns:a16="http://schemas.microsoft.com/office/drawing/2014/main" id="{5D9D8039-0DD1-49D2-02CB-FB093F32F264}"/>
              </a:ext>
            </a:extLst>
          </p:cNvPr>
          <p:cNvSpPr txBox="1"/>
          <p:nvPr/>
        </p:nvSpPr>
        <p:spPr>
          <a:xfrm>
            <a:off x="582928" y="35540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FF0000"/>
                </a:solidFill>
              </a:rPr>
              <a:t>Out</a:t>
            </a:r>
          </a:p>
        </p:txBody>
      </p: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3C46CBDC-C1ED-AD66-B7D8-66BD081D314D}"/>
              </a:ext>
            </a:extLst>
          </p:cNvPr>
          <p:cNvSpPr/>
          <p:nvPr/>
        </p:nvSpPr>
        <p:spPr>
          <a:xfrm>
            <a:off x="1071071" y="2400083"/>
            <a:ext cx="1253055" cy="1906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34" name="CaixaDeTexto 1133">
            <a:extLst>
              <a:ext uri="{FF2B5EF4-FFF2-40B4-BE49-F238E27FC236}">
                <a16:creationId xmlns:a16="http://schemas.microsoft.com/office/drawing/2014/main" id="{76B80DC5-9339-4062-3AB1-7B4A42249EBB}"/>
              </a:ext>
            </a:extLst>
          </p:cNvPr>
          <p:cNvSpPr txBox="1"/>
          <p:nvPr/>
        </p:nvSpPr>
        <p:spPr>
          <a:xfrm>
            <a:off x="1174735" y="3105746"/>
            <a:ext cx="67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Robô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42B4736-B435-FF41-1401-6C8CAA8C5AE2}"/>
              </a:ext>
            </a:extLst>
          </p:cNvPr>
          <p:cNvGrpSpPr/>
          <p:nvPr/>
        </p:nvGrpSpPr>
        <p:grpSpPr>
          <a:xfrm>
            <a:off x="9350505" y="3661338"/>
            <a:ext cx="1001861" cy="1320404"/>
            <a:chOff x="1971043" y="-404025"/>
            <a:chExt cx="4252179" cy="6209022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7A007020-24E5-7F2C-33B5-1ABA028F9D23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1644" name="Retângulo: Cantos Arredondados 1643">
                <a:extLst>
                  <a:ext uri="{FF2B5EF4-FFF2-40B4-BE49-F238E27FC236}">
                    <a16:creationId xmlns:a16="http://schemas.microsoft.com/office/drawing/2014/main" id="{9ABC401F-5586-FD95-1012-14A0F82988CD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5" name="Oval 1644">
                <a:extLst>
                  <a:ext uri="{FF2B5EF4-FFF2-40B4-BE49-F238E27FC236}">
                    <a16:creationId xmlns:a16="http://schemas.microsoft.com/office/drawing/2014/main" id="{FF79CE85-6CE7-AB0E-74E9-F1CEBCC6EBB6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6" name="Oval 1645">
                <a:extLst>
                  <a:ext uri="{FF2B5EF4-FFF2-40B4-BE49-F238E27FC236}">
                    <a16:creationId xmlns:a16="http://schemas.microsoft.com/office/drawing/2014/main" id="{19E12C6D-3F78-2271-C6DF-B9E542ECB832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7" name="Retângulo 1646">
                <a:extLst>
                  <a:ext uri="{FF2B5EF4-FFF2-40B4-BE49-F238E27FC236}">
                    <a16:creationId xmlns:a16="http://schemas.microsoft.com/office/drawing/2014/main" id="{92418808-030D-00E4-8310-926DE6ADC3C6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8" name="Retângulo 1647">
                <a:extLst>
                  <a:ext uri="{FF2B5EF4-FFF2-40B4-BE49-F238E27FC236}">
                    <a16:creationId xmlns:a16="http://schemas.microsoft.com/office/drawing/2014/main" id="{7F44D481-E0F4-1CFF-705C-EB63FE7D6293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9652A0A6-08A3-3F94-8FD7-61B3C8178209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271" name="Imagem 270">
                <a:extLst>
                  <a:ext uri="{FF2B5EF4-FFF2-40B4-BE49-F238E27FC236}">
                    <a16:creationId xmlns:a16="http://schemas.microsoft.com/office/drawing/2014/main" id="{4264B916-A95A-6C31-1950-5ECFFD116C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72" name="Imagem 271">
                <a:extLst>
                  <a:ext uri="{FF2B5EF4-FFF2-40B4-BE49-F238E27FC236}">
                    <a16:creationId xmlns:a16="http://schemas.microsoft.com/office/drawing/2014/main" id="{9C10694D-BA5C-0611-5E01-BA2285D3FB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2" name="Imagem 1631">
                <a:extLst>
                  <a:ext uri="{FF2B5EF4-FFF2-40B4-BE49-F238E27FC236}">
                    <a16:creationId xmlns:a16="http://schemas.microsoft.com/office/drawing/2014/main" id="{5B907F73-C268-2749-2FD4-340762D568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3" name="Imagem 1632">
                <a:extLst>
                  <a:ext uri="{FF2B5EF4-FFF2-40B4-BE49-F238E27FC236}">
                    <a16:creationId xmlns:a16="http://schemas.microsoft.com/office/drawing/2014/main" id="{CE742624-A414-0B04-27DB-E99D612EC7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4" name="Imagem 1633">
                <a:extLst>
                  <a:ext uri="{FF2B5EF4-FFF2-40B4-BE49-F238E27FC236}">
                    <a16:creationId xmlns:a16="http://schemas.microsoft.com/office/drawing/2014/main" id="{34ABCDEF-1AA2-DF77-1453-4F32B5F3E1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5" name="Imagem 1634">
                <a:extLst>
                  <a:ext uri="{FF2B5EF4-FFF2-40B4-BE49-F238E27FC236}">
                    <a16:creationId xmlns:a16="http://schemas.microsoft.com/office/drawing/2014/main" id="{4D1F95EB-2576-536B-C0C8-AC4BB791BA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6" name="Imagem 1635">
                <a:extLst>
                  <a:ext uri="{FF2B5EF4-FFF2-40B4-BE49-F238E27FC236}">
                    <a16:creationId xmlns:a16="http://schemas.microsoft.com/office/drawing/2014/main" id="{28AD25B0-B738-BB45-ED54-FF53F3AFD4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7" name="Imagem 1636">
                <a:extLst>
                  <a:ext uri="{FF2B5EF4-FFF2-40B4-BE49-F238E27FC236}">
                    <a16:creationId xmlns:a16="http://schemas.microsoft.com/office/drawing/2014/main" id="{647EB144-2B05-4D09-FD7E-D96AABCCF3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8" name="Imagem 1637">
                <a:extLst>
                  <a:ext uri="{FF2B5EF4-FFF2-40B4-BE49-F238E27FC236}">
                    <a16:creationId xmlns:a16="http://schemas.microsoft.com/office/drawing/2014/main" id="{09E0035D-CCF6-BCA2-D718-B27867D86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39" name="Imagem 1638">
                <a:extLst>
                  <a:ext uri="{FF2B5EF4-FFF2-40B4-BE49-F238E27FC236}">
                    <a16:creationId xmlns:a16="http://schemas.microsoft.com/office/drawing/2014/main" id="{1A8B33CD-92A0-2221-D936-E61433253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40" name="Imagem 1639">
                <a:extLst>
                  <a:ext uri="{FF2B5EF4-FFF2-40B4-BE49-F238E27FC236}">
                    <a16:creationId xmlns:a16="http://schemas.microsoft.com/office/drawing/2014/main" id="{0F1A8825-BB75-4C0D-FC56-C82BCC8D2E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41" name="Imagem 1640">
                <a:extLst>
                  <a:ext uri="{FF2B5EF4-FFF2-40B4-BE49-F238E27FC236}">
                    <a16:creationId xmlns:a16="http://schemas.microsoft.com/office/drawing/2014/main" id="{5F631B74-FD5B-6DB7-2AB9-857FA997A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42" name="Imagem 1641">
                <a:extLst>
                  <a:ext uri="{FF2B5EF4-FFF2-40B4-BE49-F238E27FC236}">
                    <a16:creationId xmlns:a16="http://schemas.microsoft.com/office/drawing/2014/main" id="{4578A951-22B6-14E9-6EAF-F75C4B698D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643" name="Imagem 1642">
                <a:extLst>
                  <a:ext uri="{FF2B5EF4-FFF2-40B4-BE49-F238E27FC236}">
                    <a16:creationId xmlns:a16="http://schemas.microsoft.com/office/drawing/2014/main" id="{66A0E838-A0DD-68E4-E2ED-2103E20DDF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2D649339-4911-137D-3FB9-4FCFE03D11DF}"/>
                </a:ext>
              </a:extLst>
            </p:cNvPr>
            <p:cNvSpPr txBox="1"/>
            <p:nvPr/>
          </p:nvSpPr>
          <p:spPr>
            <a:xfrm>
              <a:off x="3334518" y="-404025"/>
              <a:ext cx="1783905" cy="1302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/>
                <a:t>141</a:t>
              </a:r>
            </a:p>
          </p:txBody>
        </p: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id="{36CD0B9F-0451-8820-4ED8-7ED09157D1C9}"/>
                </a:ext>
              </a:extLst>
            </p:cNvPr>
            <p:cNvSpPr txBox="1"/>
            <p:nvPr/>
          </p:nvSpPr>
          <p:spPr>
            <a:xfrm>
              <a:off x="1971043" y="2451566"/>
              <a:ext cx="665032" cy="1487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E9D1F61C-B32B-D8E7-8740-060A442992F2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D4642161-CEB9-D467-1C54-3C9F1A17EBBA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1650" name="Retângulo 1649">
            <a:extLst>
              <a:ext uri="{FF2B5EF4-FFF2-40B4-BE49-F238E27FC236}">
                <a16:creationId xmlns:a16="http://schemas.microsoft.com/office/drawing/2014/main" id="{8AA7007E-979B-333D-2D8E-8B196F4ECDE5}"/>
              </a:ext>
            </a:extLst>
          </p:cNvPr>
          <p:cNvSpPr/>
          <p:nvPr/>
        </p:nvSpPr>
        <p:spPr>
          <a:xfrm>
            <a:off x="9193321" y="4831466"/>
            <a:ext cx="92451" cy="153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1676" name="Imagem 1675">
            <a:extLst>
              <a:ext uri="{FF2B5EF4-FFF2-40B4-BE49-F238E27FC236}">
                <a16:creationId xmlns:a16="http://schemas.microsoft.com/office/drawing/2014/main" id="{1F92062E-3C8A-5221-672D-F5B456C50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45" y="4194163"/>
            <a:ext cx="1012497" cy="2180613"/>
          </a:xfrm>
          <a:prstGeom prst="rect">
            <a:avLst/>
          </a:prstGeom>
        </p:spPr>
      </p:pic>
      <p:pic>
        <p:nvPicPr>
          <p:cNvPr id="1684" name="Imagem 1683">
            <a:extLst>
              <a:ext uri="{FF2B5EF4-FFF2-40B4-BE49-F238E27FC236}">
                <a16:creationId xmlns:a16="http://schemas.microsoft.com/office/drawing/2014/main" id="{1AE5C031-3CD4-7633-C1BE-D977ABD42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6490" y="2588045"/>
            <a:ext cx="1995593" cy="111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5" name="CaixaDeTexto 1684">
            <a:extLst>
              <a:ext uri="{FF2B5EF4-FFF2-40B4-BE49-F238E27FC236}">
                <a16:creationId xmlns:a16="http://schemas.microsoft.com/office/drawing/2014/main" id="{334E0234-A9F7-BD0B-F6EA-FDDC9D7C3A43}"/>
              </a:ext>
            </a:extLst>
          </p:cNvPr>
          <p:cNvSpPr txBox="1"/>
          <p:nvPr/>
        </p:nvSpPr>
        <p:spPr>
          <a:xfrm>
            <a:off x="10544112" y="2443718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49,5 mm</a:t>
            </a:r>
          </a:p>
        </p:txBody>
      </p:sp>
      <p:sp>
        <p:nvSpPr>
          <p:cNvPr id="1686" name="CaixaDeTexto 1685">
            <a:extLst>
              <a:ext uri="{FF2B5EF4-FFF2-40B4-BE49-F238E27FC236}">
                <a16:creationId xmlns:a16="http://schemas.microsoft.com/office/drawing/2014/main" id="{0875F8D5-8044-4B6D-8577-4700AD2458B2}"/>
              </a:ext>
            </a:extLst>
          </p:cNvPr>
          <p:cNvSpPr txBox="1"/>
          <p:nvPr/>
        </p:nvSpPr>
        <p:spPr>
          <a:xfrm>
            <a:off x="9453958" y="3009843"/>
            <a:ext cx="5501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27 mm</a:t>
            </a:r>
          </a:p>
        </p:txBody>
      </p:sp>
      <p:sp>
        <p:nvSpPr>
          <p:cNvPr id="1689" name="CaixaDeTexto 1688">
            <a:extLst>
              <a:ext uri="{FF2B5EF4-FFF2-40B4-BE49-F238E27FC236}">
                <a16:creationId xmlns:a16="http://schemas.microsoft.com/office/drawing/2014/main" id="{F7424593-E253-EEA1-FC27-7F8675EAF2DA}"/>
              </a:ext>
            </a:extLst>
          </p:cNvPr>
          <p:cNvSpPr txBox="1"/>
          <p:nvPr/>
        </p:nvSpPr>
        <p:spPr>
          <a:xfrm>
            <a:off x="9086364" y="4286969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176</a:t>
            </a:r>
          </a:p>
        </p:txBody>
      </p:sp>
      <p:sp>
        <p:nvSpPr>
          <p:cNvPr id="1690" name="CaixaDeTexto 1689">
            <a:extLst>
              <a:ext uri="{FF2B5EF4-FFF2-40B4-BE49-F238E27FC236}">
                <a16:creationId xmlns:a16="http://schemas.microsoft.com/office/drawing/2014/main" id="{81605928-C23B-F884-98BD-6404B70959C8}"/>
              </a:ext>
            </a:extLst>
          </p:cNvPr>
          <p:cNvSpPr txBox="1"/>
          <p:nvPr/>
        </p:nvSpPr>
        <p:spPr>
          <a:xfrm>
            <a:off x="9524241" y="4929849"/>
            <a:ext cx="73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14 peças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2E05173-DBB4-9162-A076-555B37FF3ABC}"/>
              </a:ext>
            </a:extLst>
          </p:cNvPr>
          <p:cNvSpPr/>
          <p:nvPr/>
        </p:nvSpPr>
        <p:spPr>
          <a:xfrm rot="16200000">
            <a:off x="2026449" y="2734404"/>
            <a:ext cx="1906260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710" name="Agrupar 1709">
            <a:extLst>
              <a:ext uri="{FF2B5EF4-FFF2-40B4-BE49-F238E27FC236}">
                <a16:creationId xmlns:a16="http://schemas.microsoft.com/office/drawing/2014/main" id="{8FFDE749-66F8-4232-7D98-518AA148BE7C}"/>
              </a:ext>
            </a:extLst>
          </p:cNvPr>
          <p:cNvGrpSpPr/>
          <p:nvPr/>
        </p:nvGrpSpPr>
        <p:grpSpPr>
          <a:xfrm rot="10800000">
            <a:off x="2555585" y="2522598"/>
            <a:ext cx="873525" cy="792000"/>
            <a:chOff x="1858377" y="784451"/>
            <a:chExt cx="4400450" cy="5020546"/>
          </a:xfrm>
        </p:grpSpPr>
        <p:grpSp>
          <p:nvGrpSpPr>
            <p:cNvPr id="1711" name="Agrupar 1710">
              <a:extLst>
                <a:ext uri="{FF2B5EF4-FFF2-40B4-BE49-F238E27FC236}">
                  <a16:creationId xmlns:a16="http://schemas.microsoft.com/office/drawing/2014/main" id="{5EE46B81-4BC0-43B7-0DCA-252D4B19F1F6}"/>
                </a:ext>
              </a:extLst>
            </p:cNvPr>
            <p:cNvGrpSpPr/>
            <p:nvPr/>
          </p:nvGrpSpPr>
          <p:grpSpPr>
            <a:xfrm>
              <a:off x="2124232" y="784451"/>
              <a:ext cx="4134595" cy="5020546"/>
              <a:chOff x="2125738" y="784461"/>
              <a:chExt cx="4134586" cy="5020584"/>
            </a:xfrm>
          </p:grpSpPr>
          <p:sp>
            <p:nvSpPr>
              <p:cNvPr id="1808" name="Retângulo: Cantos Arredondados 1807">
                <a:extLst>
                  <a:ext uri="{FF2B5EF4-FFF2-40B4-BE49-F238E27FC236}">
                    <a16:creationId xmlns:a16="http://schemas.microsoft.com/office/drawing/2014/main" id="{3F0B5934-6DFF-742C-2717-FCA2E6D2DB16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09" name="Oval 1808">
                <a:extLst>
                  <a:ext uri="{FF2B5EF4-FFF2-40B4-BE49-F238E27FC236}">
                    <a16:creationId xmlns:a16="http://schemas.microsoft.com/office/drawing/2014/main" id="{3877AF92-1BF1-6ADE-A73A-CA7624479C8B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0" name="Oval 1809">
                <a:extLst>
                  <a:ext uri="{FF2B5EF4-FFF2-40B4-BE49-F238E27FC236}">
                    <a16:creationId xmlns:a16="http://schemas.microsoft.com/office/drawing/2014/main" id="{30CB678F-4B00-922C-3B4F-A6117D13D97D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1" name="Retângulo 1810">
                <a:extLst>
                  <a:ext uri="{FF2B5EF4-FFF2-40B4-BE49-F238E27FC236}">
                    <a16:creationId xmlns:a16="http://schemas.microsoft.com/office/drawing/2014/main" id="{BE6036EB-3497-41CA-0D24-6D9BAAEC061E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2" name="Retângulo 1811">
                <a:extLst>
                  <a:ext uri="{FF2B5EF4-FFF2-40B4-BE49-F238E27FC236}">
                    <a16:creationId xmlns:a16="http://schemas.microsoft.com/office/drawing/2014/main" id="{0E9A695B-60C9-B712-3142-660F43BCBB36}"/>
                  </a:ext>
                </a:extLst>
              </p:cNvPr>
              <p:cNvSpPr/>
              <p:nvPr/>
            </p:nvSpPr>
            <p:spPr>
              <a:xfrm>
                <a:off x="5867937" y="2920564"/>
                <a:ext cx="392387" cy="71999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712" name="Agrupar 1711">
              <a:extLst>
                <a:ext uri="{FF2B5EF4-FFF2-40B4-BE49-F238E27FC236}">
                  <a16:creationId xmlns:a16="http://schemas.microsoft.com/office/drawing/2014/main" id="{29A00205-6B86-E1A7-8B33-7C30944863A0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1717" name="Imagem 1716">
                <a:extLst>
                  <a:ext uri="{FF2B5EF4-FFF2-40B4-BE49-F238E27FC236}">
                    <a16:creationId xmlns:a16="http://schemas.microsoft.com/office/drawing/2014/main" id="{63099C03-E923-951A-A525-40E2C1188A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18" name="Imagem 1717">
                <a:extLst>
                  <a:ext uri="{FF2B5EF4-FFF2-40B4-BE49-F238E27FC236}">
                    <a16:creationId xmlns:a16="http://schemas.microsoft.com/office/drawing/2014/main" id="{A5E22977-D7A9-71E4-AC8C-40C2894378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19" name="Imagem 1718">
                <a:extLst>
                  <a:ext uri="{FF2B5EF4-FFF2-40B4-BE49-F238E27FC236}">
                    <a16:creationId xmlns:a16="http://schemas.microsoft.com/office/drawing/2014/main" id="{B45CAA44-4016-3D26-0D83-42AB913137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21" name="Imagem 1720">
                <a:extLst>
                  <a:ext uri="{FF2B5EF4-FFF2-40B4-BE49-F238E27FC236}">
                    <a16:creationId xmlns:a16="http://schemas.microsoft.com/office/drawing/2014/main" id="{244A38D1-5B62-8F68-39AE-9FBB416B24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22" name="Imagem 1721">
                <a:extLst>
                  <a:ext uri="{FF2B5EF4-FFF2-40B4-BE49-F238E27FC236}">
                    <a16:creationId xmlns:a16="http://schemas.microsoft.com/office/drawing/2014/main" id="{727B10A4-AC5E-9254-20B8-3720AE7F5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36" name="Imagem 1735">
                <a:extLst>
                  <a:ext uri="{FF2B5EF4-FFF2-40B4-BE49-F238E27FC236}">
                    <a16:creationId xmlns:a16="http://schemas.microsoft.com/office/drawing/2014/main" id="{A7EDAF88-B158-C144-D5D8-2A5A2EBC5B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744" name="Imagem 1743">
                <a:extLst>
                  <a:ext uri="{FF2B5EF4-FFF2-40B4-BE49-F238E27FC236}">
                    <a16:creationId xmlns:a16="http://schemas.microsoft.com/office/drawing/2014/main" id="{BFD6739F-3013-FC56-9D21-5E17A5E888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00" name="Imagem 399">
                <a:extLst>
                  <a:ext uri="{FF2B5EF4-FFF2-40B4-BE49-F238E27FC236}">
                    <a16:creationId xmlns:a16="http://schemas.microsoft.com/office/drawing/2014/main" id="{C871DAEA-A717-4625-DFF7-64DA60BB6D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2" name="Imagem 1801">
                <a:extLst>
                  <a:ext uri="{FF2B5EF4-FFF2-40B4-BE49-F238E27FC236}">
                    <a16:creationId xmlns:a16="http://schemas.microsoft.com/office/drawing/2014/main" id="{94DFF0DE-7BD8-13B8-28A3-692CF710DD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3" name="Imagem 1802">
                <a:extLst>
                  <a:ext uri="{FF2B5EF4-FFF2-40B4-BE49-F238E27FC236}">
                    <a16:creationId xmlns:a16="http://schemas.microsoft.com/office/drawing/2014/main" id="{7CA9212B-453A-C00E-69CA-FE6E215B7C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4" name="Imagem 1803">
                <a:extLst>
                  <a:ext uri="{FF2B5EF4-FFF2-40B4-BE49-F238E27FC236}">
                    <a16:creationId xmlns:a16="http://schemas.microsoft.com/office/drawing/2014/main" id="{B5AADC59-4C05-ABB5-9329-618450AEE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5" name="Imagem 1804">
                <a:extLst>
                  <a:ext uri="{FF2B5EF4-FFF2-40B4-BE49-F238E27FC236}">
                    <a16:creationId xmlns:a16="http://schemas.microsoft.com/office/drawing/2014/main" id="{D8E0498C-1DF1-282F-45F6-97A1D306D1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6" name="Imagem 1805">
                <a:extLst>
                  <a:ext uri="{FF2B5EF4-FFF2-40B4-BE49-F238E27FC236}">
                    <a16:creationId xmlns:a16="http://schemas.microsoft.com/office/drawing/2014/main" id="{925B02DF-65FA-08BA-4117-C68D03AB6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07" name="Imagem 1806">
                <a:extLst>
                  <a:ext uri="{FF2B5EF4-FFF2-40B4-BE49-F238E27FC236}">
                    <a16:creationId xmlns:a16="http://schemas.microsoft.com/office/drawing/2014/main" id="{F6E3EC95-6757-5A16-E653-5375EA3AA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1714" name="CaixaDeTexto 1713">
              <a:extLst>
                <a:ext uri="{FF2B5EF4-FFF2-40B4-BE49-F238E27FC236}">
                  <a16:creationId xmlns:a16="http://schemas.microsoft.com/office/drawing/2014/main" id="{FB9DC663-A27E-009F-D2BE-9054DB5E1A99}"/>
                </a:ext>
              </a:extLst>
            </p:cNvPr>
            <p:cNvSpPr txBox="1"/>
            <p:nvPr/>
          </p:nvSpPr>
          <p:spPr>
            <a:xfrm>
              <a:off x="1858377" y="2451561"/>
              <a:ext cx="665030" cy="148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1715" name="Oval 1714">
              <a:extLst>
                <a:ext uri="{FF2B5EF4-FFF2-40B4-BE49-F238E27FC236}">
                  <a16:creationId xmlns:a16="http://schemas.microsoft.com/office/drawing/2014/main" id="{EC08D931-3BB5-AE8A-8067-389883A0FA24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16" name="Oval 1715">
              <a:extLst>
                <a:ext uri="{FF2B5EF4-FFF2-40B4-BE49-F238E27FC236}">
                  <a16:creationId xmlns:a16="http://schemas.microsoft.com/office/drawing/2014/main" id="{047E796D-95B8-2921-195B-F83AC20333E7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813" name="Agrupar 1812">
            <a:extLst>
              <a:ext uri="{FF2B5EF4-FFF2-40B4-BE49-F238E27FC236}">
                <a16:creationId xmlns:a16="http://schemas.microsoft.com/office/drawing/2014/main" id="{8C0AEA54-C170-3385-34C3-79F49B55ACC8}"/>
              </a:ext>
            </a:extLst>
          </p:cNvPr>
          <p:cNvGrpSpPr/>
          <p:nvPr/>
        </p:nvGrpSpPr>
        <p:grpSpPr>
          <a:xfrm rot="10800000">
            <a:off x="2545108" y="3408835"/>
            <a:ext cx="864000" cy="792000"/>
            <a:chOff x="2096174" y="784451"/>
            <a:chExt cx="4127048" cy="5020546"/>
          </a:xfrm>
        </p:grpSpPr>
        <p:grpSp>
          <p:nvGrpSpPr>
            <p:cNvPr id="1814" name="Agrupar 1813">
              <a:extLst>
                <a:ext uri="{FF2B5EF4-FFF2-40B4-BE49-F238E27FC236}">
                  <a16:creationId xmlns:a16="http://schemas.microsoft.com/office/drawing/2014/main" id="{B4A2420F-ADA4-645D-F78B-10248A0F8B90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1930" name="Retângulo: Cantos Arredondados 1929">
                <a:extLst>
                  <a:ext uri="{FF2B5EF4-FFF2-40B4-BE49-F238E27FC236}">
                    <a16:creationId xmlns:a16="http://schemas.microsoft.com/office/drawing/2014/main" id="{C1DB5F3A-FC08-7954-12F4-6A8F922CE557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1" name="Oval 1930">
                <a:extLst>
                  <a:ext uri="{FF2B5EF4-FFF2-40B4-BE49-F238E27FC236}">
                    <a16:creationId xmlns:a16="http://schemas.microsoft.com/office/drawing/2014/main" id="{8DA3AE99-4DA2-3256-FF0A-3B209E28D3D4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2" name="Oval 1931">
                <a:extLst>
                  <a:ext uri="{FF2B5EF4-FFF2-40B4-BE49-F238E27FC236}">
                    <a16:creationId xmlns:a16="http://schemas.microsoft.com/office/drawing/2014/main" id="{BAE4BB1C-4808-B960-4D08-3C9308F62785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3" name="Retângulo 1932">
                <a:extLst>
                  <a:ext uri="{FF2B5EF4-FFF2-40B4-BE49-F238E27FC236}">
                    <a16:creationId xmlns:a16="http://schemas.microsoft.com/office/drawing/2014/main" id="{47665BB6-3F84-D3AE-6E64-367B7FB95D8A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4" name="Retângulo 1933">
                <a:extLst>
                  <a:ext uri="{FF2B5EF4-FFF2-40B4-BE49-F238E27FC236}">
                    <a16:creationId xmlns:a16="http://schemas.microsoft.com/office/drawing/2014/main" id="{4B117ACA-8A02-76ED-0E8D-B414C280553C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815" name="Agrupar 1814">
              <a:extLst>
                <a:ext uri="{FF2B5EF4-FFF2-40B4-BE49-F238E27FC236}">
                  <a16:creationId xmlns:a16="http://schemas.microsoft.com/office/drawing/2014/main" id="{80C77CFD-0784-ABD7-C9D8-9C98BCF82FD0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1820" name="Imagem 1819">
                <a:extLst>
                  <a:ext uri="{FF2B5EF4-FFF2-40B4-BE49-F238E27FC236}">
                    <a16:creationId xmlns:a16="http://schemas.microsoft.com/office/drawing/2014/main" id="{0978CFAD-002D-6060-FED5-73E4F49077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21" name="Imagem 1820">
                <a:extLst>
                  <a:ext uri="{FF2B5EF4-FFF2-40B4-BE49-F238E27FC236}">
                    <a16:creationId xmlns:a16="http://schemas.microsoft.com/office/drawing/2014/main" id="{00BA4B80-58A4-6FE2-F590-7715EC3DA2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22" name="Imagem 1821">
                <a:extLst>
                  <a:ext uri="{FF2B5EF4-FFF2-40B4-BE49-F238E27FC236}">
                    <a16:creationId xmlns:a16="http://schemas.microsoft.com/office/drawing/2014/main" id="{3AFAF0FD-E512-6F39-BA3A-844887196E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823" name="Imagem 1822">
                <a:extLst>
                  <a:ext uri="{FF2B5EF4-FFF2-40B4-BE49-F238E27FC236}">
                    <a16:creationId xmlns:a16="http://schemas.microsoft.com/office/drawing/2014/main" id="{68036EAE-C514-D1BA-2E48-2DA1BCC92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0" name="Imagem 1919">
                <a:extLst>
                  <a:ext uri="{FF2B5EF4-FFF2-40B4-BE49-F238E27FC236}">
                    <a16:creationId xmlns:a16="http://schemas.microsoft.com/office/drawing/2014/main" id="{DB006CAF-2B2F-C330-85DD-49A999B74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1" name="Imagem 1920">
                <a:extLst>
                  <a:ext uri="{FF2B5EF4-FFF2-40B4-BE49-F238E27FC236}">
                    <a16:creationId xmlns:a16="http://schemas.microsoft.com/office/drawing/2014/main" id="{6D7C0233-B05D-BCEE-424A-908D08899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2" name="Imagem 1921">
                <a:extLst>
                  <a:ext uri="{FF2B5EF4-FFF2-40B4-BE49-F238E27FC236}">
                    <a16:creationId xmlns:a16="http://schemas.microsoft.com/office/drawing/2014/main" id="{64236535-0E63-CF7A-559A-D15AAC580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3" name="Imagem 1922">
                <a:extLst>
                  <a:ext uri="{FF2B5EF4-FFF2-40B4-BE49-F238E27FC236}">
                    <a16:creationId xmlns:a16="http://schemas.microsoft.com/office/drawing/2014/main" id="{03C49D32-4046-2EEA-00B7-9B16AAF8BD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4" name="Imagem 1923">
                <a:extLst>
                  <a:ext uri="{FF2B5EF4-FFF2-40B4-BE49-F238E27FC236}">
                    <a16:creationId xmlns:a16="http://schemas.microsoft.com/office/drawing/2014/main" id="{3C1A2A2E-02B0-5BBD-C363-1142A4E54A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5" name="Imagem 1924">
                <a:extLst>
                  <a:ext uri="{FF2B5EF4-FFF2-40B4-BE49-F238E27FC236}">
                    <a16:creationId xmlns:a16="http://schemas.microsoft.com/office/drawing/2014/main" id="{8B772D79-C857-DFB6-09A0-57B832CBC0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6" name="Imagem 1925">
                <a:extLst>
                  <a:ext uri="{FF2B5EF4-FFF2-40B4-BE49-F238E27FC236}">
                    <a16:creationId xmlns:a16="http://schemas.microsoft.com/office/drawing/2014/main" id="{9B75DC1D-3A45-B593-6A41-B817A3C6B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7" name="Imagem 1926">
                <a:extLst>
                  <a:ext uri="{FF2B5EF4-FFF2-40B4-BE49-F238E27FC236}">
                    <a16:creationId xmlns:a16="http://schemas.microsoft.com/office/drawing/2014/main" id="{3D81396E-4BD6-E5CD-C37F-DEAF1B30C1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8" name="Imagem 1927">
                <a:extLst>
                  <a:ext uri="{FF2B5EF4-FFF2-40B4-BE49-F238E27FC236}">
                    <a16:creationId xmlns:a16="http://schemas.microsoft.com/office/drawing/2014/main" id="{5BB7D0E9-72E1-B1F4-733C-BB6CCEE188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1929" name="Imagem 1928">
                <a:extLst>
                  <a:ext uri="{FF2B5EF4-FFF2-40B4-BE49-F238E27FC236}">
                    <a16:creationId xmlns:a16="http://schemas.microsoft.com/office/drawing/2014/main" id="{EBACCA81-19F1-60DD-3C17-FB77FB370D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1817" name="CaixaDeTexto 1816">
              <a:extLst>
                <a:ext uri="{FF2B5EF4-FFF2-40B4-BE49-F238E27FC236}">
                  <a16:creationId xmlns:a16="http://schemas.microsoft.com/office/drawing/2014/main" id="{294D2FF1-D5E6-D98B-5E86-D86690DEA34A}"/>
                </a:ext>
              </a:extLst>
            </p:cNvPr>
            <p:cNvSpPr txBox="1"/>
            <p:nvPr/>
          </p:nvSpPr>
          <p:spPr>
            <a:xfrm>
              <a:off x="2096174" y="2451566"/>
              <a:ext cx="439614" cy="14872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1818" name="Oval 1817">
              <a:extLst>
                <a:ext uri="{FF2B5EF4-FFF2-40B4-BE49-F238E27FC236}">
                  <a16:creationId xmlns:a16="http://schemas.microsoft.com/office/drawing/2014/main" id="{561ED015-618D-F93D-B284-55419B939A18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19" name="Oval 1818">
              <a:extLst>
                <a:ext uri="{FF2B5EF4-FFF2-40B4-BE49-F238E27FC236}">
                  <a16:creationId xmlns:a16="http://schemas.microsoft.com/office/drawing/2014/main" id="{809B6DB5-5CDD-58A5-3772-A52DD5A8AB46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86" name="Agrupar 685">
            <a:extLst>
              <a:ext uri="{FF2B5EF4-FFF2-40B4-BE49-F238E27FC236}">
                <a16:creationId xmlns:a16="http://schemas.microsoft.com/office/drawing/2014/main" id="{7B942C70-E1B5-7B32-20DA-7574C08B486B}"/>
              </a:ext>
            </a:extLst>
          </p:cNvPr>
          <p:cNvGrpSpPr/>
          <p:nvPr/>
        </p:nvGrpSpPr>
        <p:grpSpPr>
          <a:xfrm>
            <a:off x="9350505" y="5205450"/>
            <a:ext cx="1001861" cy="1320404"/>
            <a:chOff x="1971043" y="-404025"/>
            <a:chExt cx="4252179" cy="6209022"/>
          </a:xfrm>
        </p:grpSpPr>
        <p:grpSp>
          <p:nvGrpSpPr>
            <p:cNvPr id="687" name="Agrupar 686">
              <a:extLst>
                <a:ext uri="{FF2B5EF4-FFF2-40B4-BE49-F238E27FC236}">
                  <a16:creationId xmlns:a16="http://schemas.microsoft.com/office/drawing/2014/main" id="{B4DAA933-858B-B6EC-62B3-9CA214AC2380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720" name="Retângulo: Cantos Arredondados 719">
                <a:extLst>
                  <a:ext uri="{FF2B5EF4-FFF2-40B4-BE49-F238E27FC236}">
                    <a16:creationId xmlns:a16="http://schemas.microsoft.com/office/drawing/2014/main" id="{3DB7CD2F-43F2-0577-F8C7-578905443CE5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21" name="Oval 720">
                <a:extLst>
                  <a:ext uri="{FF2B5EF4-FFF2-40B4-BE49-F238E27FC236}">
                    <a16:creationId xmlns:a16="http://schemas.microsoft.com/office/drawing/2014/main" id="{D45AB62A-E8B3-E726-13F3-17CFE28C6A9F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2" name="Oval 721">
                <a:extLst>
                  <a:ext uri="{FF2B5EF4-FFF2-40B4-BE49-F238E27FC236}">
                    <a16:creationId xmlns:a16="http://schemas.microsoft.com/office/drawing/2014/main" id="{DCCE577D-9179-596B-6348-3C818917CD1D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3" name="Retângulo 722">
                <a:extLst>
                  <a:ext uri="{FF2B5EF4-FFF2-40B4-BE49-F238E27FC236}">
                    <a16:creationId xmlns:a16="http://schemas.microsoft.com/office/drawing/2014/main" id="{842B0E9B-6B63-2C94-AE40-AE1697D48FD3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4" name="Retângulo 723">
                <a:extLst>
                  <a:ext uri="{FF2B5EF4-FFF2-40B4-BE49-F238E27FC236}">
                    <a16:creationId xmlns:a16="http://schemas.microsoft.com/office/drawing/2014/main" id="{FA073405-B287-4A8F-3D11-BC132E0206CC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688" name="Agrupar 687">
              <a:extLst>
                <a:ext uri="{FF2B5EF4-FFF2-40B4-BE49-F238E27FC236}">
                  <a16:creationId xmlns:a16="http://schemas.microsoft.com/office/drawing/2014/main" id="{5305CB26-DBE4-10E8-8BF0-AB7ED9FB452E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693" name="Imagem 692">
                <a:extLst>
                  <a:ext uri="{FF2B5EF4-FFF2-40B4-BE49-F238E27FC236}">
                    <a16:creationId xmlns:a16="http://schemas.microsoft.com/office/drawing/2014/main" id="{DBDA1DEF-0C76-1BB1-751A-37FD6E0522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4" name="Imagem 693">
                <a:extLst>
                  <a:ext uri="{FF2B5EF4-FFF2-40B4-BE49-F238E27FC236}">
                    <a16:creationId xmlns:a16="http://schemas.microsoft.com/office/drawing/2014/main" id="{FF2BD88D-2714-6475-10E1-DE26A6DEDB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5" name="Imagem 694">
                <a:extLst>
                  <a:ext uri="{FF2B5EF4-FFF2-40B4-BE49-F238E27FC236}">
                    <a16:creationId xmlns:a16="http://schemas.microsoft.com/office/drawing/2014/main" id="{6EDA9A0A-64BB-A265-9548-3E5609D2BE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6" name="Imagem 695">
                <a:extLst>
                  <a:ext uri="{FF2B5EF4-FFF2-40B4-BE49-F238E27FC236}">
                    <a16:creationId xmlns:a16="http://schemas.microsoft.com/office/drawing/2014/main" id="{5B68E289-4AAF-3740-057A-6B9D651E64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7" name="Imagem 696">
                <a:extLst>
                  <a:ext uri="{FF2B5EF4-FFF2-40B4-BE49-F238E27FC236}">
                    <a16:creationId xmlns:a16="http://schemas.microsoft.com/office/drawing/2014/main" id="{6984F94B-8A35-F599-E3B6-4D5FEE52B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8" name="Imagem 697">
                <a:extLst>
                  <a:ext uri="{FF2B5EF4-FFF2-40B4-BE49-F238E27FC236}">
                    <a16:creationId xmlns:a16="http://schemas.microsoft.com/office/drawing/2014/main" id="{23366B57-EC60-4386-ECF3-CEF81CD0D7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99" name="Imagem 698">
                <a:extLst>
                  <a:ext uri="{FF2B5EF4-FFF2-40B4-BE49-F238E27FC236}">
                    <a16:creationId xmlns:a16="http://schemas.microsoft.com/office/drawing/2014/main" id="{F9A7664C-CECB-CE57-70EA-F7BE122E7D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00" name="Imagem 699">
                <a:extLst>
                  <a:ext uri="{FF2B5EF4-FFF2-40B4-BE49-F238E27FC236}">
                    <a16:creationId xmlns:a16="http://schemas.microsoft.com/office/drawing/2014/main" id="{C541A295-B653-EAC0-E0CC-7CA2C8AC97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02" name="Imagem 701">
                <a:extLst>
                  <a:ext uri="{FF2B5EF4-FFF2-40B4-BE49-F238E27FC236}">
                    <a16:creationId xmlns:a16="http://schemas.microsoft.com/office/drawing/2014/main" id="{370B2E6A-EE18-264F-7953-A2C5EC02FF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03" name="Imagem 702">
                <a:extLst>
                  <a:ext uri="{FF2B5EF4-FFF2-40B4-BE49-F238E27FC236}">
                    <a16:creationId xmlns:a16="http://schemas.microsoft.com/office/drawing/2014/main" id="{56585FCE-D6B4-FE70-9A6D-B154DFE903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06" name="Imagem 705">
                <a:extLst>
                  <a:ext uri="{FF2B5EF4-FFF2-40B4-BE49-F238E27FC236}">
                    <a16:creationId xmlns:a16="http://schemas.microsoft.com/office/drawing/2014/main" id="{B8D54200-2A46-B0E0-C2D1-9FC03ADBD2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13" name="Imagem 712">
                <a:extLst>
                  <a:ext uri="{FF2B5EF4-FFF2-40B4-BE49-F238E27FC236}">
                    <a16:creationId xmlns:a16="http://schemas.microsoft.com/office/drawing/2014/main" id="{A7CA776A-CD63-02BC-DD93-FEBB44A448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16" name="Imagem 715">
                <a:extLst>
                  <a:ext uri="{FF2B5EF4-FFF2-40B4-BE49-F238E27FC236}">
                    <a16:creationId xmlns:a16="http://schemas.microsoft.com/office/drawing/2014/main" id="{AA9621DF-8125-77EA-5EEF-F5B55F10A9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718" name="Imagem 717">
                <a:extLst>
                  <a:ext uri="{FF2B5EF4-FFF2-40B4-BE49-F238E27FC236}">
                    <a16:creationId xmlns:a16="http://schemas.microsoft.com/office/drawing/2014/main" id="{7AB3336F-E887-5446-BC39-0D7175844B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689" name="CaixaDeTexto 688">
              <a:extLst>
                <a:ext uri="{FF2B5EF4-FFF2-40B4-BE49-F238E27FC236}">
                  <a16:creationId xmlns:a16="http://schemas.microsoft.com/office/drawing/2014/main" id="{A8648CB8-E6A3-B685-436D-D971747B7265}"/>
                </a:ext>
              </a:extLst>
            </p:cNvPr>
            <p:cNvSpPr txBox="1"/>
            <p:nvPr/>
          </p:nvSpPr>
          <p:spPr>
            <a:xfrm>
              <a:off x="3334518" y="-404025"/>
              <a:ext cx="1783905" cy="1302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/>
                <a:t>141</a:t>
              </a:r>
            </a:p>
          </p:txBody>
        </p:sp>
        <p:sp>
          <p:nvSpPr>
            <p:cNvPr id="690" name="CaixaDeTexto 689">
              <a:extLst>
                <a:ext uri="{FF2B5EF4-FFF2-40B4-BE49-F238E27FC236}">
                  <a16:creationId xmlns:a16="http://schemas.microsoft.com/office/drawing/2014/main" id="{1137B3C8-2C59-5BA3-E72C-A912EE842F41}"/>
                </a:ext>
              </a:extLst>
            </p:cNvPr>
            <p:cNvSpPr txBox="1"/>
            <p:nvPr/>
          </p:nvSpPr>
          <p:spPr>
            <a:xfrm>
              <a:off x="1971043" y="2451566"/>
              <a:ext cx="665032" cy="1487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345633C5-58DA-1111-DC86-A69219109636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76DAF8E3-FACD-6934-CFC8-795EFEF9F194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725" name="Retângulo 724">
            <a:extLst>
              <a:ext uri="{FF2B5EF4-FFF2-40B4-BE49-F238E27FC236}">
                <a16:creationId xmlns:a16="http://schemas.microsoft.com/office/drawing/2014/main" id="{867AE912-66B9-34E2-6129-E2C232DA8E69}"/>
              </a:ext>
            </a:extLst>
          </p:cNvPr>
          <p:cNvSpPr/>
          <p:nvPr/>
        </p:nvSpPr>
        <p:spPr>
          <a:xfrm>
            <a:off x="9389330" y="5912448"/>
            <a:ext cx="92451" cy="153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727" name="CaixaDeTexto 726">
            <a:extLst>
              <a:ext uri="{FF2B5EF4-FFF2-40B4-BE49-F238E27FC236}">
                <a16:creationId xmlns:a16="http://schemas.microsoft.com/office/drawing/2014/main" id="{BAF526C1-191F-BB01-D312-834327564BF0}"/>
              </a:ext>
            </a:extLst>
          </p:cNvPr>
          <p:cNvSpPr txBox="1"/>
          <p:nvPr/>
        </p:nvSpPr>
        <p:spPr>
          <a:xfrm>
            <a:off x="9086364" y="5831081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176</a:t>
            </a:r>
          </a:p>
        </p:txBody>
      </p:sp>
      <p:sp>
        <p:nvSpPr>
          <p:cNvPr id="728" name="CaixaDeTexto 727">
            <a:extLst>
              <a:ext uri="{FF2B5EF4-FFF2-40B4-BE49-F238E27FC236}">
                <a16:creationId xmlns:a16="http://schemas.microsoft.com/office/drawing/2014/main" id="{7D38A5D0-E052-3E32-C210-584B5190AB44}"/>
              </a:ext>
            </a:extLst>
          </p:cNvPr>
          <p:cNvSpPr txBox="1"/>
          <p:nvPr/>
        </p:nvSpPr>
        <p:spPr>
          <a:xfrm>
            <a:off x="9524241" y="6466341"/>
            <a:ext cx="73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14 peças</a:t>
            </a:r>
          </a:p>
        </p:txBody>
      </p:sp>
      <p:sp>
        <p:nvSpPr>
          <p:cNvPr id="729" name="CaixaDeTexto 728">
            <a:extLst>
              <a:ext uri="{FF2B5EF4-FFF2-40B4-BE49-F238E27FC236}">
                <a16:creationId xmlns:a16="http://schemas.microsoft.com/office/drawing/2014/main" id="{AF80480D-F718-750C-2269-58500FEEE862}"/>
              </a:ext>
            </a:extLst>
          </p:cNvPr>
          <p:cNvSpPr txBox="1"/>
          <p:nvPr/>
        </p:nvSpPr>
        <p:spPr>
          <a:xfrm>
            <a:off x="9224222" y="369228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R</a:t>
            </a:r>
          </a:p>
        </p:txBody>
      </p:sp>
      <p:sp>
        <p:nvSpPr>
          <p:cNvPr id="730" name="CaixaDeTexto 729">
            <a:extLst>
              <a:ext uri="{FF2B5EF4-FFF2-40B4-BE49-F238E27FC236}">
                <a16:creationId xmlns:a16="http://schemas.microsoft.com/office/drawing/2014/main" id="{3CDA2F79-EF46-926F-853F-C2A954A99715}"/>
              </a:ext>
            </a:extLst>
          </p:cNvPr>
          <p:cNvSpPr txBox="1"/>
          <p:nvPr/>
        </p:nvSpPr>
        <p:spPr>
          <a:xfrm>
            <a:off x="9224222" y="520480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L</a:t>
            </a:r>
          </a:p>
        </p:txBody>
      </p:sp>
      <p:sp>
        <p:nvSpPr>
          <p:cNvPr id="733" name="Retângulo 732">
            <a:extLst>
              <a:ext uri="{FF2B5EF4-FFF2-40B4-BE49-F238E27FC236}">
                <a16:creationId xmlns:a16="http://schemas.microsoft.com/office/drawing/2014/main" id="{CA2FA639-3F35-8D13-EE1B-4C38F528029F}"/>
              </a:ext>
            </a:extLst>
          </p:cNvPr>
          <p:cNvSpPr/>
          <p:nvPr/>
        </p:nvSpPr>
        <p:spPr>
          <a:xfrm>
            <a:off x="1016485" y="70046"/>
            <a:ext cx="2641294" cy="22946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37" name="CaixaDeTexto 736">
            <a:extLst>
              <a:ext uri="{FF2B5EF4-FFF2-40B4-BE49-F238E27FC236}">
                <a16:creationId xmlns:a16="http://schemas.microsoft.com/office/drawing/2014/main" id="{D1E44526-BE5A-4CAE-320B-651CCA8BD7F1}"/>
              </a:ext>
            </a:extLst>
          </p:cNvPr>
          <p:cNvSpPr txBox="1"/>
          <p:nvPr/>
        </p:nvSpPr>
        <p:spPr>
          <a:xfrm rot="16200000">
            <a:off x="-78535" y="1444011"/>
            <a:ext cx="18586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Zona Carga/Descarga B</a:t>
            </a:r>
          </a:p>
        </p:txBody>
      </p:sp>
      <p:pic>
        <p:nvPicPr>
          <p:cNvPr id="886" name="Imagem 885">
            <a:extLst>
              <a:ext uri="{FF2B5EF4-FFF2-40B4-BE49-F238E27FC236}">
                <a16:creationId xmlns:a16="http://schemas.microsoft.com/office/drawing/2014/main" id="{14D3A887-74AF-9B19-D023-66D5E8AFA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686" y="251007"/>
            <a:ext cx="2219635" cy="1781424"/>
          </a:xfrm>
          <a:prstGeom prst="rect">
            <a:avLst/>
          </a:prstGeom>
        </p:spPr>
      </p:pic>
      <p:pic>
        <p:nvPicPr>
          <p:cNvPr id="891" name="Imagem 890">
            <a:extLst>
              <a:ext uri="{FF2B5EF4-FFF2-40B4-BE49-F238E27FC236}">
                <a16:creationId xmlns:a16="http://schemas.microsoft.com/office/drawing/2014/main" id="{320EFCD2-A2A4-4041-1CDB-D651861B1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3247" y="255770"/>
            <a:ext cx="2210108" cy="1771897"/>
          </a:xfrm>
          <a:prstGeom prst="rect">
            <a:avLst/>
          </a:prstGeom>
        </p:spPr>
      </p:pic>
      <p:sp>
        <p:nvSpPr>
          <p:cNvPr id="2425" name="Seta: Para Baixo 2424">
            <a:extLst>
              <a:ext uri="{FF2B5EF4-FFF2-40B4-BE49-F238E27FC236}">
                <a16:creationId xmlns:a16="http://schemas.microsoft.com/office/drawing/2014/main" id="{B3ED0780-B2C9-4365-C2A0-B6D66D01EAAA}"/>
              </a:ext>
            </a:extLst>
          </p:cNvPr>
          <p:cNvSpPr/>
          <p:nvPr/>
        </p:nvSpPr>
        <p:spPr>
          <a:xfrm>
            <a:off x="3644608" y="34624"/>
            <a:ext cx="217696" cy="3918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26" name="Seta: Para Baixo 2425">
            <a:extLst>
              <a:ext uri="{FF2B5EF4-FFF2-40B4-BE49-F238E27FC236}">
                <a16:creationId xmlns:a16="http://schemas.microsoft.com/office/drawing/2014/main" id="{BA66D4A2-C5C8-4376-EABB-611310C76F72}"/>
              </a:ext>
            </a:extLst>
          </p:cNvPr>
          <p:cNvSpPr/>
          <p:nvPr/>
        </p:nvSpPr>
        <p:spPr>
          <a:xfrm rot="10800000">
            <a:off x="741942" y="43944"/>
            <a:ext cx="217696" cy="391853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28" name="Retângulo 2427">
            <a:extLst>
              <a:ext uri="{FF2B5EF4-FFF2-40B4-BE49-F238E27FC236}">
                <a16:creationId xmlns:a16="http://schemas.microsoft.com/office/drawing/2014/main" id="{4B646E60-8105-C4FB-FEE3-CE5413A41960}"/>
              </a:ext>
            </a:extLst>
          </p:cNvPr>
          <p:cNvSpPr/>
          <p:nvPr/>
        </p:nvSpPr>
        <p:spPr>
          <a:xfrm>
            <a:off x="1004679" y="4338487"/>
            <a:ext cx="2641294" cy="23157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42" name="CaixaDeTexto 2641">
            <a:extLst>
              <a:ext uri="{FF2B5EF4-FFF2-40B4-BE49-F238E27FC236}">
                <a16:creationId xmlns:a16="http://schemas.microsoft.com/office/drawing/2014/main" id="{CF98D8AC-E937-9046-E23D-3F8B9A3FD441}"/>
              </a:ext>
            </a:extLst>
          </p:cNvPr>
          <p:cNvSpPr txBox="1"/>
          <p:nvPr/>
        </p:nvSpPr>
        <p:spPr>
          <a:xfrm>
            <a:off x="522115" y="597163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FF0000"/>
                </a:solidFill>
              </a:rPr>
              <a:t>Out</a:t>
            </a:r>
          </a:p>
        </p:txBody>
      </p:sp>
      <p:sp>
        <p:nvSpPr>
          <p:cNvPr id="2643" name="CaixaDeTexto 2642">
            <a:extLst>
              <a:ext uri="{FF2B5EF4-FFF2-40B4-BE49-F238E27FC236}">
                <a16:creationId xmlns:a16="http://schemas.microsoft.com/office/drawing/2014/main" id="{C015B2B7-74F3-F7E6-0281-BE6997F7C505}"/>
              </a:ext>
            </a:extLst>
          </p:cNvPr>
          <p:cNvSpPr txBox="1"/>
          <p:nvPr/>
        </p:nvSpPr>
        <p:spPr>
          <a:xfrm>
            <a:off x="3660447" y="599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In</a:t>
            </a:r>
          </a:p>
        </p:txBody>
      </p:sp>
      <p:sp>
        <p:nvSpPr>
          <p:cNvPr id="2644" name="Seta: Para Baixo 2643">
            <a:extLst>
              <a:ext uri="{FF2B5EF4-FFF2-40B4-BE49-F238E27FC236}">
                <a16:creationId xmlns:a16="http://schemas.microsoft.com/office/drawing/2014/main" id="{12A89982-4DBF-C9F7-BDBB-9B5C90BE3E93}"/>
              </a:ext>
            </a:extLst>
          </p:cNvPr>
          <p:cNvSpPr/>
          <p:nvPr/>
        </p:nvSpPr>
        <p:spPr>
          <a:xfrm rot="10800000">
            <a:off x="3738849" y="6324652"/>
            <a:ext cx="217696" cy="3918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45" name="Seta: Para Baixo 2644">
            <a:extLst>
              <a:ext uri="{FF2B5EF4-FFF2-40B4-BE49-F238E27FC236}">
                <a16:creationId xmlns:a16="http://schemas.microsoft.com/office/drawing/2014/main" id="{D59F7B85-8EAF-04B0-3BFE-84C207DA1F23}"/>
              </a:ext>
            </a:extLst>
          </p:cNvPr>
          <p:cNvSpPr/>
          <p:nvPr/>
        </p:nvSpPr>
        <p:spPr>
          <a:xfrm>
            <a:off x="688672" y="6326219"/>
            <a:ext cx="217696" cy="391853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46" name="CaixaDeTexto 2645">
            <a:extLst>
              <a:ext uri="{FF2B5EF4-FFF2-40B4-BE49-F238E27FC236}">
                <a16:creationId xmlns:a16="http://schemas.microsoft.com/office/drawing/2014/main" id="{6AED5506-B2CB-7687-8DEC-801F50995C1D}"/>
              </a:ext>
            </a:extLst>
          </p:cNvPr>
          <p:cNvSpPr txBox="1"/>
          <p:nvPr/>
        </p:nvSpPr>
        <p:spPr>
          <a:xfrm rot="16200000">
            <a:off x="-88758" y="4962632"/>
            <a:ext cx="1865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Zona Carga/Descarga A</a:t>
            </a:r>
          </a:p>
        </p:txBody>
      </p:sp>
      <p:sp>
        <p:nvSpPr>
          <p:cNvPr id="2647" name="CaixaDeTexto 2646">
            <a:extLst>
              <a:ext uri="{FF2B5EF4-FFF2-40B4-BE49-F238E27FC236}">
                <a16:creationId xmlns:a16="http://schemas.microsoft.com/office/drawing/2014/main" id="{D9AA4B87-A4BF-0BD8-33E2-0522054ED39D}"/>
              </a:ext>
            </a:extLst>
          </p:cNvPr>
          <p:cNvSpPr txBox="1"/>
          <p:nvPr/>
        </p:nvSpPr>
        <p:spPr>
          <a:xfrm>
            <a:off x="7260528" y="16778"/>
            <a:ext cx="1941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Cenário 1 – Buffer 80</a:t>
            </a:r>
          </a:p>
        </p:txBody>
      </p:sp>
      <p:sp>
        <p:nvSpPr>
          <p:cNvPr id="2648" name="CaixaDeTexto 2647">
            <a:extLst>
              <a:ext uri="{FF2B5EF4-FFF2-40B4-BE49-F238E27FC236}">
                <a16:creationId xmlns:a16="http://schemas.microsoft.com/office/drawing/2014/main" id="{A39C1D80-808C-D4DA-5274-EECABD3E02BA}"/>
              </a:ext>
            </a:extLst>
          </p:cNvPr>
          <p:cNvSpPr txBox="1"/>
          <p:nvPr/>
        </p:nvSpPr>
        <p:spPr>
          <a:xfrm>
            <a:off x="9556784" y="16778"/>
            <a:ext cx="1941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Cenário 2 – Buffer 40</a:t>
            </a:r>
          </a:p>
        </p:txBody>
      </p:sp>
      <p:sp>
        <p:nvSpPr>
          <p:cNvPr id="2649" name="CaixaDeTexto 2648">
            <a:extLst>
              <a:ext uri="{FF2B5EF4-FFF2-40B4-BE49-F238E27FC236}">
                <a16:creationId xmlns:a16="http://schemas.microsoft.com/office/drawing/2014/main" id="{2540D29F-0F9F-17B2-433E-DDEDD60EED80}"/>
              </a:ext>
            </a:extLst>
          </p:cNvPr>
          <p:cNvSpPr txBox="1"/>
          <p:nvPr/>
        </p:nvSpPr>
        <p:spPr>
          <a:xfrm>
            <a:off x="9196693" y="2045905"/>
            <a:ext cx="2995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200" dirty="0"/>
              <a:t>Altura de suporte empilhado – 16mm</a:t>
            </a:r>
          </a:p>
          <a:p>
            <a:pPr algn="ctr"/>
            <a:r>
              <a:rPr lang="pt-PT" sz="1200" dirty="0"/>
              <a:t>Altura de 40 suportes empilhados – 640 mm</a:t>
            </a:r>
          </a:p>
        </p:txBody>
      </p:sp>
      <p:grpSp>
        <p:nvGrpSpPr>
          <p:cNvPr id="2661" name="Agrupar 2660">
            <a:extLst>
              <a:ext uri="{FF2B5EF4-FFF2-40B4-BE49-F238E27FC236}">
                <a16:creationId xmlns:a16="http://schemas.microsoft.com/office/drawing/2014/main" id="{B3815DF4-8922-4008-C658-23D356BBFD76}"/>
              </a:ext>
            </a:extLst>
          </p:cNvPr>
          <p:cNvGrpSpPr/>
          <p:nvPr/>
        </p:nvGrpSpPr>
        <p:grpSpPr>
          <a:xfrm>
            <a:off x="5041690" y="1132224"/>
            <a:ext cx="205924" cy="1114917"/>
            <a:chOff x="7149139" y="4589135"/>
            <a:chExt cx="205924" cy="1114917"/>
          </a:xfrm>
        </p:grpSpPr>
        <p:sp>
          <p:nvSpPr>
            <p:cNvPr id="2658" name="Retângulo 2657">
              <a:extLst>
                <a:ext uri="{FF2B5EF4-FFF2-40B4-BE49-F238E27FC236}">
                  <a16:creationId xmlns:a16="http://schemas.microsoft.com/office/drawing/2014/main" id="{8B42B5F6-952F-FE65-776D-9619DC6D108B}"/>
                </a:ext>
              </a:extLst>
            </p:cNvPr>
            <p:cNvSpPr/>
            <p:nvPr/>
          </p:nvSpPr>
          <p:spPr>
            <a:xfrm>
              <a:off x="7149139" y="4589135"/>
              <a:ext cx="205924" cy="111491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2650" name="Imagem 2649">
              <a:extLst>
                <a:ext uri="{FF2B5EF4-FFF2-40B4-BE49-F238E27FC236}">
                  <a16:creationId xmlns:a16="http://schemas.microsoft.com/office/drawing/2014/main" id="{30ADE706-1F70-0A32-1147-8A445AF88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1605" y="4692385"/>
              <a:ext cx="206191" cy="127230"/>
            </a:xfrm>
            <a:prstGeom prst="rect">
              <a:avLst/>
            </a:prstGeom>
          </p:spPr>
        </p:pic>
        <p:pic>
          <p:nvPicPr>
            <p:cNvPr id="2651" name="Imagem 2650">
              <a:extLst>
                <a:ext uri="{FF2B5EF4-FFF2-40B4-BE49-F238E27FC236}">
                  <a16:creationId xmlns:a16="http://schemas.microsoft.com/office/drawing/2014/main" id="{23CEC1CD-6FF6-45CE-DBEE-E912E171F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1605" y="4947503"/>
              <a:ext cx="206191" cy="127230"/>
            </a:xfrm>
            <a:prstGeom prst="rect">
              <a:avLst/>
            </a:prstGeom>
          </p:spPr>
        </p:pic>
        <p:pic>
          <p:nvPicPr>
            <p:cNvPr id="2652" name="Imagem 2651">
              <a:extLst>
                <a:ext uri="{FF2B5EF4-FFF2-40B4-BE49-F238E27FC236}">
                  <a16:creationId xmlns:a16="http://schemas.microsoft.com/office/drawing/2014/main" id="{CA8FCE7E-D923-B7AD-4A8C-D274DC213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1604" y="5208132"/>
              <a:ext cx="206191" cy="127230"/>
            </a:xfrm>
            <a:prstGeom prst="rect">
              <a:avLst/>
            </a:prstGeom>
          </p:spPr>
        </p:pic>
        <p:pic>
          <p:nvPicPr>
            <p:cNvPr id="2653" name="Imagem 2652">
              <a:extLst>
                <a:ext uri="{FF2B5EF4-FFF2-40B4-BE49-F238E27FC236}">
                  <a16:creationId xmlns:a16="http://schemas.microsoft.com/office/drawing/2014/main" id="{9F094B1A-08F6-9B77-A36C-41A61BF4E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151604" y="5463250"/>
              <a:ext cx="206191" cy="127230"/>
            </a:xfrm>
            <a:prstGeom prst="rect">
              <a:avLst/>
            </a:prstGeom>
          </p:spPr>
        </p:pic>
      </p:grpSp>
      <p:grpSp>
        <p:nvGrpSpPr>
          <p:cNvPr id="2660" name="Agrupar 2659">
            <a:extLst>
              <a:ext uri="{FF2B5EF4-FFF2-40B4-BE49-F238E27FC236}">
                <a16:creationId xmlns:a16="http://schemas.microsoft.com/office/drawing/2014/main" id="{15E96DDD-63F7-77EC-AD49-5E29501385BD}"/>
              </a:ext>
            </a:extLst>
          </p:cNvPr>
          <p:cNvGrpSpPr/>
          <p:nvPr/>
        </p:nvGrpSpPr>
        <p:grpSpPr>
          <a:xfrm>
            <a:off x="4599483" y="1132224"/>
            <a:ext cx="205924" cy="1114917"/>
            <a:chOff x="7593516" y="4589135"/>
            <a:chExt cx="205924" cy="1114917"/>
          </a:xfrm>
        </p:grpSpPr>
        <p:sp>
          <p:nvSpPr>
            <p:cNvPr id="2659" name="Retângulo 2658">
              <a:extLst>
                <a:ext uri="{FF2B5EF4-FFF2-40B4-BE49-F238E27FC236}">
                  <a16:creationId xmlns:a16="http://schemas.microsoft.com/office/drawing/2014/main" id="{5B9DAF8C-AE24-9E98-C53E-A25F86705B5B}"/>
                </a:ext>
              </a:extLst>
            </p:cNvPr>
            <p:cNvSpPr/>
            <p:nvPr/>
          </p:nvSpPr>
          <p:spPr>
            <a:xfrm>
              <a:off x="7593516" y="4589135"/>
              <a:ext cx="205924" cy="111491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2654" name="Imagem 2653">
              <a:extLst>
                <a:ext uri="{FF2B5EF4-FFF2-40B4-BE49-F238E27FC236}">
                  <a16:creationId xmlns:a16="http://schemas.microsoft.com/office/drawing/2014/main" id="{4B868DFB-1B18-ADD1-1208-BF63F7DD0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596000" y="4688583"/>
              <a:ext cx="206191" cy="127230"/>
            </a:xfrm>
            <a:prstGeom prst="rect">
              <a:avLst/>
            </a:prstGeom>
          </p:spPr>
        </p:pic>
        <p:pic>
          <p:nvPicPr>
            <p:cNvPr id="2655" name="Imagem 2654">
              <a:extLst>
                <a:ext uri="{FF2B5EF4-FFF2-40B4-BE49-F238E27FC236}">
                  <a16:creationId xmlns:a16="http://schemas.microsoft.com/office/drawing/2014/main" id="{C69C5E29-5F2F-EBAA-6AE8-0F0C34CED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596000" y="4943701"/>
              <a:ext cx="206191" cy="127230"/>
            </a:xfrm>
            <a:prstGeom prst="rect">
              <a:avLst/>
            </a:prstGeom>
          </p:spPr>
        </p:pic>
        <p:pic>
          <p:nvPicPr>
            <p:cNvPr id="2656" name="Imagem 2655">
              <a:extLst>
                <a:ext uri="{FF2B5EF4-FFF2-40B4-BE49-F238E27FC236}">
                  <a16:creationId xmlns:a16="http://schemas.microsoft.com/office/drawing/2014/main" id="{94CD2C81-9E6E-4188-6C4E-694F6FCC5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595999" y="5204330"/>
              <a:ext cx="206191" cy="127230"/>
            </a:xfrm>
            <a:prstGeom prst="rect">
              <a:avLst/>
            </a:prstGeom>
          </p:spPr>
        </p:pic>
        <p:pic>
          <p:nvPicPr>
            <p:cNvPr id="2657" name="Imagem 2656">
              <a:extLst>
                <a:ext uri="{FF2B5EF4-FFF2-40B4-BE49-F238E27FC236}">
                  <a16:creationId xmlns:a16="http://schemas.microsoft.com/office/drawing/2014/main" id="{34953EF9-41BA-E07D-083D-155D8180F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595999" y="5459448"/>
              <a:ext cx="206191" cy="127230"/>
            </a:xfrm>
            <a:prstGeom prst="rect">
              <a:avLst/>
            </a:prstGeom>
          </p:spPr>
        </p:pic>
      </p:grpSp>
      <p:cxnSp>
        <p:nvCxnSpPr>
          <p:cNvPr id="105" name="Conexão reta 104">
            <a:extLst>
              <a:ext uri="{FF2B5EF4-FFF2-40B4-BE49-F238E27FC236}">
                <a16:creationId xmlns:a16="http://schemas.microsoft.com/office/drawing/2014/main" id="{5FF4F5B8-15ED-D0E1-2170-A12C054CF38E}"/>
              </a:ext>
            </a:extLst>
          </p:cNvPr>
          <p:cNvCxnSpPr>
            <a:cxnSpLocks/>
          </p:cNvCxnSpPr>
          <p:nvPr/>
        </p:nvCxnSpPr>
        <p:spPr>
          <a:xfrm>
            <a:off x="4095329" y="2238581"/>
            <a:ext cx="1620474" cy="0"/>
          </a:xfrm>
          <a:prstGeom prst="line">
            <a:avLst/>
          </a:prstGeom>
          <a:ln w="28575">
            <a:solidFill>
              <a:srgbClr val="1BE3E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6" name="Agrupar 1205">
            <a:extLst>
              <a:ext uri="{FF2B5EF4-FFF2-40B4-BE49-F238E27FC236}">
                <a16:creationId xmlns:a16="http://schemas.microsoft.com/office/drawing/2014/main" id="{B2AF08F4-9A5C-BA8C-5E5B-DFCCD9A5DEF2}"/>
              </a:ext>
            </a:extLst>
          </p:cNvPr>
          <p:cNvGrpSpPr/>
          <p:nvPr/>
        </p:nvGrpSpPr>
        <p:grpSpPr>
          <a:xfrm>
            <a:off x="1896782" y="1937003"/>
            <a:ext cx="2923877" cy="1471746"/>
            <a:chOff x="1161843" y="1835635"/>
            <a:chExt cx="2923877" cy="1471746"/>
          </a:xfrm>
        </p:grpSpPr>
        <p:sp>
          <p:nvSpPr>
            <p:cNvPr id="199" name="Retângulo 198">
              <a:extLst>
                <a:ext uri="{FF2B5EF4-FFF2-40B4-BE49-F238E27FC236}">
                  <a16:creationId xmlns:a16="http://schemas.microsoft.com/office/drawing/2014/main" id="{2F096B44-4ACB-21BF-07FF-6997936DE6F7}"/>
                </a:ext>
              </a:extLst>
            </p:cNvPr>
            <p:cNvSpPr/>
            <p:nvPr/>
          </p:nvSpPr>
          <p:spPr>
            <a:xfrm rot="15090465">
              <a:off x="2115926" y="1974007"/>
              <a:ext cx="208495" cy="177269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0" name="Retângulo 199">
              <a:extLst>
                <a:ext uri="{FF2B5EF4-FFF2-40B4-BE49-F238E27FC236}">
                  <a16:creationId xmlns:a16="http://schemas.microsoft.com/office/drawing/2014/main" id="{7DD03A01-52D0-2589-F3CB-54B8EA9673D0}"/>
                </a:ext>
              </a:extLst>
            </p:cNvPr>
            <p:cNvSpPr/>
            <p:nvPr/>
          </p:nvSpPr>
          <p:spPr>
            <a:xfrm rot="14065231">
              <a:off x="3476076" y="1685423"/>
              <a:ext cx="159391" cy="10598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1" name="Retângulo 200">
              <a:extLst>
                <a:ext uri="{FF2B5EF4-FFF2-40B4-BE49-F238E27FC236}">
                  <a16:creationId xmlns:a16="http://schemas.microsoft.com/office/drawing/2014/main" id="{4FB788B7-9E7F-85DA-9CBE-73BA3B5F48C5}"/>
                </a:ext>
              </a:extLst>
            </p:cNvPr>
            <p:cNvSpPr/>
            <p:nvPr/>
          </p:nvSpPr>
          <p:spPr>
            <a:xfrm>
              <a:off x="3889920" y="1876011"/>
              <a:ext cx="150963" cy="2458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004F234E-2FAE-92E3-7209-EDF0D9A9D2F9}"/>
                </a:ext>
              </a:extLst>
            </p:cNvPr>
            <p:cNvSpPr/>
            <p:nvPr/>
          </p:nvSpPr>
          <p:spPr>
            <a:xfrm>
              <a:off x="1161843" y="2971417"/>
              <a:ext cx="337567" cy="33596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A27E5D0-9A27-76BE-00DF-B1D8ED6DB8A7}"/>
                </a:ext>
              </a:extLst>
            </p:cNvPr>
            <p:cNvSpPr/>
            <p:nvPr/>
          </p:nvSpPr>
          <p:spPr>
            <a:xfrm>
              <a:off x="2949231" y="2410642"/>
              <a:ext cx="282923" cy="29791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7A960B95-2371-68FE-000C-51FACD197C29}"/>
                </a:ext>
              </a:extLst>
            </p:cNvPr>
            <p:cNvSpPr/>
            <p:nvPr/>
          </p:nvSpPr>
          <p:spPr>
            <a:xfrm>
              <a:off x="3876821" y="1835635"/>
              <a:ext cx="178534" cy="17315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7" name="Retângulo 356">
              <a:extLst>
                <a:ext uri="{FF2B5EF4-FFF2-40B4-BE49-F238E27FC236}">
                  <a16:creationId xmlns:a16="http://schemas.microsoft.com/office/drawing/2014/main" id="{1896DCD2-E24E-6F19-ABA5-8BE770237384}"/>
                </a:ext>
              </a:extLst>
            </p:cNvPr>
            <p:cNvSpPr/>
            <p:nvPr/>
          </p:nvSpPr>
          <p:spPr>
            <a:xfrm>
              <a:off x="3889920" y="2128651"/>
              <a:ext cx="150963" cy="589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58" name="Retângulo 357">
              <a:extLst>
                <a:ext uri="{FF2B5EF4-FFF2-40B4-BE49-F238E27FC236}">
                  <a16:creationId xmlns:a16="http://schemas.microsoft.com/office/drawing/2014/main" id="{BF2E4FD9-B55A-22DE-5C89-A97BDCFB7BA7}"/>
                </a:ext>
              </a:extLst>
            </p:cNvPr>
            <p:cNvSpPr/>
            <p:nvPr/>
          </p:nvSpPr>
          <p:spPr>
            <a:xfrm rot="5400000">
              <a:off x="3981378" y="220778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32" name="Retângulo 1131">
              <a:extLst>
                <a:ext uri="{FF2B5EF4-FFF2-40B4-BE49-F238E27FC236}">
                  <a16:creationId xmlns:a16="http://schemas.microsoft.com/office/drawing/2014/main" id="{EF297BB9-64F8-EEA0-855A-C7CB559C9145}"/>
                </a:ext>
              </a:extLst>
            </p:cNvPr>
            <p:cNvSpPr/>
            <p:nvPr/>
          </p:nvSpPr>
          <p:spPr>
            <a:xfrm rot="5400000">
              <a:off x="3882929" y="221075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653DA574-4132-EA72-B5B3-F02D7E7A7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5137" y="2060935"/>
            <a:ext cx="2178184" cy="1782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E6530E62-363F-0265-C3A4-A4ACE207C14A}"/>
              </a:ext>
            </a:extLst>
          </p:cNvPr>
          <p:cNvSpPr txBox="1"/>
          <p:nvPr/>
        </p:nvSpPr>
        <p:spPr>
          <a:xfrm>
            <a:off x="7233140" y="3810727"/>
            <a:ext cx="1941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Cenário 3 – Buffer 120</a:t>
            </a:r>
          </a:p>
        </p:txBody>
      </p:sp>
      <p:sp>
        <p:nvSpPr>
          <p:cNvPr id="1734" name="Retângulo 1733">
            <a:extLst>
              <a:ext uri="{FF2B5EF4-FFF2-40B4-BE49-F238E27FC236}">
                <a16:creationId xmlns:a16="http://schemas.microsoft.com/office/drawing/2014/main" id="{7D803949-F28B-0729-EB61-5EB0642436E2}"/>
              </a:ext>
            </a:extLst>
          </p:cNvPr>
          <p:cNvSpPr/>
          <p:nvPr/>
        </p:nvSpPr>
        <p:spPr>
          <a:xfrm rot="16200000">
            <a:off x="1884548" y="617635"/>
            <a:ext cx="2190061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40" name="Retângulo 1739">
            <a:extLst>
              <a:ext uri="{FF2B5EF4-FFF2-40B4-BE49-F238E27FC236}">
                <a16:creationId xmlns:a16="http://schemas.microsoft.com/office/drawing/2014/main" id="{C0004771-2298-E84E-3993-535F25515FA7}"/>
              </a:ext>
            </a:extLst>
          </p:cNvPr>
          <p:cNvSpPr/>
          <p:nvPr/>
        </p:nvSpPr>
        <p:spPr>
          <a:xfrm>
            <a:off x="3521316" y="454993"/>
            <a:ext cx="58852" cy="100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3" name="Retângulo 292">
            <a:extLst>
              <a:ext uri="{FF2B5EF4-FFF2-40B4-BE49-F238E27FC236}">
                <a16:creationId xmlns:a16="http://schemas.microsoft.com/office/drawing/2014/main" id="{C37C1142-DC85-B604-D501-A00100294DA4}"/>
              </a:ext>
            </a:extLst>
          </p:cNvPr>
          <p:cNvSpPr/>
          <p:nvPr/>
        </p:nvSpPr>
        <p:spPr>
          <a:xfrm rot="16200000">
            <a:off x="614914" y="614965"/>
            <a:ext cx="2190061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2633" name="Agrupar 2632">
            <a:extLst>
              <a:ext uri="{FF2B5EF4-FFF2-40B4-BE49-F238E27FC236}">
                <a16:creationId xmlns:a16="http://schemas.microsoft.com/office/drawing/2014/main" id="{6D90610B-C547-8B9C-7FB9-88FA512231BD}"/>
              </a:ext>
            </a:extLst>
          </p:cNvPr>
          <p:cNvGrpSpPr/>
          <p:nvPr/>
        </p:nvGrpSpPr>
        <p:grpSpPr>
          <a:xfrm rot="5400000">
            <a:off x="1111454" y="389457"/>
            <a:ext cx="1212107" cy="991505"/>
            <a:chOff x="1102284" y="277843"/>
            <a:chExt cx="1212107" cy="991505"/>
          </a:xfrm>
        </p:grpSpPr>
        <p:grpSp>
          <p:nvGrpSpPr>
            <p:cNvPr id="294" name="Agrupar 293">
              <a:extLst>
                <a:ext uri="{FF2B5EF4-FFF2-40B4-BE49-F238E27FC236}">
                  <a16:creationId xmlns:a16="http://schemas.microsoft.com/office/drawing/2014/main" id="{96EAC96B-F2F3-E7D8-8C2E-7CF9E79F1F8E}"/>
                </a:ext>
              </a:extLst>
            </p:cNvPr>
            <p:cNvGrpSpPr/>
            <p:nvPr/>
          </p:nvGrpSpPr>
          <p:grpSpPr>
            <a:xfrm rot="16200000">
              <a:off x="1203742" y="284345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295" name="Agrupar 294">
                <a:extLst>
                  <a:ext uri="{FF2B5EF4-FFF2-40B4-BE49-F238E27FC236}">
                    <a16:creationId xmlns:a16="http://schemas.microsoft.com/office/drawing/2014/main" id="{5E1D4490-91D4-331E-DA07-FA6DBC51B3AD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313" name="Retângulo: Cantos Arredondados 312">
                  <a:extLst>
                    <a:ext uri="{FF2B5EF4-FFF2-40B4-BE49-F238E27FC236}">
                      <a16:creationId xmlns:a16="http://schemas.microsoft.com/office/drawing/2014/main" id="{40B84BA9-94D8-FC52-AA1F-FC53EAC2A412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14" name="Oval 710">
                  <a:extLst>
                    <a:ext uri="{FF2B5EF4-FFF2-40B4-BE49-F238E27FC236}">
                      <a16:creationId xmlns:a16="http://schemas.microsoft.com/office/drawing/2014/main" id="{DEB1A01E-81B2-3CBB-5F85-34CA58BCB637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5" name="Oval 711">
                  <a:extLst>
                    <a:ext uri="{FF2B5EF4-FFF2-40B4-BE49-F238E27FC236}">
                      <a16:creationId xmlns:a16="http://schemas.microsoft.com/office/drawing/2014/main" id="{49079F00-5555-5671-978B-C58ECA23DA14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96" name="Agrupar 295">
                <a:extLst>
                  <a:ext uri="{FF2B5EF4-FFF2-40B4-BE49-F238E27FC236}">
                    <a16:creationId xmlns:a16="http://schemas.microsoft.com/office/drawing/2014/main" id="{B920A22B-603E-B3B4-6FE0-093EBB5D3E0A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99" name="Imagem 298">
                  <a:extLst>
                    <a:ext uri="{FF2B5EF4-FFF2-40B4-BE49-F238E27FC236}">
                      <a16:creationId xmlns:a16="http://schemas.microsoft.com/office/drawing/2014/main" id="{97C8D645-DCE2-E3EF-A64F-965ADD726B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0" name="Imagem 299">
                  <a:extLst>
                    <a:ext uri="{FF2B5EF4-FFF2-40B4-BE49-F238E27FC236}">
                      <a16:creationId xmlns:a16="http://schemas.microsoft.com/office/drawing/2014/main" id="{FD8A94BE-6709-790A-B52A-F3954338B6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1" name="Imagem 300">
                  <a:extLst>
                    <a:ext uri="{FF2B5EF4-FFF2-40B4-BE49-F238E27FC236}">
                      <a16:creationId xmlns:a16="http://schemas.microsoft.com/office/drawing/2014/main" id="{B92C69BE-B3B3-5790-536D-BD1DE298C1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2" name="Imagem 301">
                  <a:extLst>
                    <a:ext uri="{FF2B5EF4-FFF2-40B4-BE49-F238E27FC236}">
                      <a16:creationId xmlns:a16="http://schemas.microsoft.com/office/drawing/2014/main" id="{ECFDA42D-092B-7130-470F-28B48ECCFD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3" name="Imagem 302">
                  <a:extLst>
                    <a:ext uri="{FF2B5EF4-FFF2-40B4-BE49-F238E27FC236}">
                      <a16:creationId xmlns:a16="http://schemas.microsoft.com/office/drawing/2014/main" id="{9760DB6F-263A-AFC0-369A-F0CD88CF57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4" name="Imagem 303">
                  <a:extLst>
                    <a:ext uri="{FF2B5EF4-FFF2-40B4-BE49-F238E27FC236}">
                      <a16:creationId xmlns:a16="http://schemas.microsoft.com/office/drawing/2014/main" id="{4C67141B-F702-6FC6-6709-78021A126B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5" name="Imagem 304">
                  <a:extLst>
                    <a:ext uri="{FF2B5EF4-FFF2-40B4-BE49-F238E27FC236}">
                      <a16:creationId xmlns:a16="http://schemas.microsoft.com/office/drawing/2014/main" id="{9DE5A645-150D-1FD5-A359-F15C789D09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6" name="Imagem 305">
                  <a:extLst>
                    <a:ext uri="{FF2B5EF4-FFF2-40B4-BE49-F238E27FC236}">
                      <a16:creationId xmlns:a16="http://schemas.microsoft.com/office/drawing/2014/main" id="{D8C22593-9BC3-BA58-F8AB-0D6F5D8C3A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7" name="Imagem 306">
                  <a:extLst>
                    <a:ext uri="{FF2B5EF4-FFF2-40B4-BE49-F238E27FC236}">
                      <a16:creationId xmlns:a16="http://schemas.microsoft.com/office/drawing/2014/main" id="{B4138205-5136-206C-16E5-02AA85E393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8" name="Imagem 307">
                  <a:extLst>
                    <a:ext uri="{FF2B5EF4-FFF2-40B4-BE49-F238E27FC236}">
                      <a16:creationId xmlns:a16="http://schemas.microsoft.com/office/drawing/2014/main" id="{9E596352-9426-A0E5-7F6E-BFD9BF2DFF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09" name="Imagem 308">
                  <a:extLst>
                    <a:ext uri="{FF2B5EF4-FFF2-40B4-BE49-F238E27FC236}">
                      <a16:creationId xmlns:a16="http://schemas.microsoft.com/office/drawing/2014/main" id="{95346D7C-DB37-8B59-952D-E1A2297865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10" name="Imagem 309">
                  <a:extLst>
                    <a:ext uri="{FF2B5EF4-FFF2-40B4-BE49-F238E27FC236}">
                      <a16:creationId xmlns:a16="http://schemas.microsoft.com/office/drawing/2014/main" id="{A8D5D1B6-7443-5333-FC42-BAFC13F62E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11" name="Imagem 310">
                  <a:extLst>
                    <a:ext uri="{FF2B5EF4-FFF2-40B4-BE49-F238E27FC236}">
                      <a16:creationId xmlns:a16="http://schemas.microsoft.com/office/drawing/2014/main" id="{B5695FC6-1904-D26F-EF9A-787D21794F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12" name="Imagem 311">
                  <a:extLst>
                    <a:ext uri="{FF2B5EF4-FFF2-40B4-BE49-F238E27FC236}">
                      <a16:creationId xmlns:a16="http://schemas.microsoft.com/office/drawing/2014/main" id="{BABDE88D-FF58-1B74-2AFE-9FB204892B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97" name="Oval 675">
                <a:extLst>
                  <a:ext uri="{FF2B5EF4-FFF2-40B4-BE49-F238E27FC236}">
                    <a16:creationId xmlns:a16="http://schemas.microsoft.com/office/drawing/2014/main" id="{55775133-D586-DF62-7A4B-F7A7DD3E4254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8" name="Oval 676">
                <a:extLst>
                  <a:ext uri="{FF2B5EF4-FFF2-40B4-BE49-F238E27FC236}">
                    <a16:creationId xmlns:a16="http://schemas.microsoft.com/office/drawing/2014/main" id="{D51A3561-646A-47F4-33A4-F8B7643B9167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17" name="Agrupar 316">
              <a:extLst>
                <a:ext uri="{FF2B5EF4-FFF2-40B4-BE49-F238E27FC236}">
                  <a16:creationId xmlns:a16="http://schemas.microsoft.com/office/drawing/2014/main" id="{16BB6C99-055E-1954-186D-D8051FCD958A}"/>
                </a:ext>
              </a:extLst>
            </p:cNvPr>
            <p:cNvGrpSpPr/>
            <p:nvPr/>
          </p:nvGrpSpPr>
          <p:grpSpPr>
            <a:xfrm rot="16200000">
              <a:off x="1791742" y="737403"/>
              <a:ext cx="443971" cy="526627"/>
              <a:chOff x="2294839" y="784451"/>
              <a:chExt cx="3791378" cy="5020547"/>
            </a:xfrm>
            <a:solidFill>
              <a:srgbClr val="ED7D31"/>
            </a:solidFill>
          </p:grpSpPr>
          <p:grpSp>
            <p:nvGrpSpPr>
              <p:cNvPr id="318" name="Agrupar 317">
                <a:extLst>
                  <a:ext uri="{FF2B5EF4-FFF2-40B4-BE49-F238E27FC236}">
                    <a16:creationId xmlns:a16="http://schemas.microsoft.com/office/drawing/2014/main" id="{7CD7D14F-EEF3-57CC-7C02-7491A6B9DCCF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337" name="Retângulo: Cantos Arredondados 336">
                  <a:extLst>
                    <a:ext uri="{FF2B5EF4-FFF2-40B4-BE49-F238E27FC236}">
                      <a16:creationId xmlns:a16="http://schemas.microsoft.com/office/drawing/2014/main" id="{372963B0-D13F-3AA7-B3A4-2D0EBAA5B32A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38" name="Oval 710">
                  <a:extLst>
                    <a:ext uri="{FF2B5EF4-FFF2-40B4-BE49-F238E27FC236}">
                      <a16:creationId xmlns:a16="http://schemas.microsoft.com/office/drawing/2014/main" id="{DFFB20A8-E3F7-F1E6-232A-25BEACE151CB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9" name="Oval 711">
                  <a:extLst>
                    <a:ext uri="{FF2B5EF4-FFF2-40B4-BE49-F238E27FC236}">
                      <a16:creationId xmlns:a16="http://schemas.microsoft.com/office/drawing/2014/main" id="{B473E30C-45D3-8B97-E540-5DCF39389556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19" name="Agrupar 318">
                <a:extLst>
                  <a:ext uri="{FF2B5EF4-FFF2-40B4-BE49-F238E27FC236}">
                    <a16:creationId xmlns:a16="http://schemas.microsoft.com/office/drawing/2014/main" id="{21265A51-FCE6-E395-C61D-9D4E6BB6593D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323" name="Imagem 322">
                  <a:extLst>
                    <a:ext uri="{FF2B5EF4-FFF2-40B4-BE49-F238E27FC236}">
                      <a16:creationId xmlns:a16="http://schemas.microsoft.com/office/drawing/2014/main" id="{B1F8CD9E-5037-EB6D-0571-87CFD45F6E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4" name="Imagem 323">
                  <a:extLst>
                    <a:ext uri="{FF2B5EF4-FFF2-40B4-BE49-F238E27FC236}">
                      <a16:creationId xmlns:a16="http://schemas.microsoft.com/office/drawing/2014/main" id="{60BA7E6F-7C43-8A7A-40FE-991BB05DE3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5" name="Imagem 324">
                  <a:extLst>
                    <a:ext uri="{FF2B5EF4-FFF2-40B4-BE49-F238E27FC236}">
                      <a16:creationId xmlns:a16="http://schemas.microsoft.com/office/drawing/2014/main" id="{FD0F7D02-A6F0-7387-B04B-3B8CA11000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6" name="Imagem 325">
                  <a:extLst>
                    <a:ext uri="{FF2B5EF4-FFF2-40B4-BE49-F238E27FC236}">
                      <a16:creationId xmlns:a16="http://schemas.microsoft.com/office/drawing/2014/main" id="{0AE42C0A-C25A-6127-845B-4F1D6E8FEE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7" name="Imagem 326">
                  <a:extLst>
                    <a:ext uri="{FF2B5EF4-FFF2-40B4-BE49-F238E27FC236}">
                      <a16:creationId xmlns:a16="http://schemas.microsoft.com/office/drawing/2014/main" id="{E0AC71A8-2C68-9A4A-C680-E9A8E0F1CE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8" name="Imagem 327">
                  <a:extLst>
                    <a:ext uri="{FF2B5EF4-FFF2-40B4-BE49-F238E27FC236}">
                      <a16:creationId xmlns:a16="http://schemas.microsoft.com/office/drawing/2014/main" id="{EF9BACAF-D4D0-0766-3373-CAF7819604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9" name="Imagem 328">
                  <a:extLst>
                    <a:ext uri="{FF2B5EF4-FFF2-40B4-BE49-F238E27FC236}">
                      <a16:creationId xmlns:a16="http://schemas.microsoft.com/office/drawing/2014/main" id="{17487134-B9A0-4D02-DB21-56FC73D5F7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0" name="Imagem 329">
                  <a:extLst>
                    <a:ext uri="{FF2B5EF4-FFF2-40B4-BE49-F238E27FC236}">
                      <a16:creationId xmlns:a16="http://schemas.microsoft.com/office/drawing/2014/main" id="{412A4652-C9A0-F21C-6E6D-0B1B7B73B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1" name="Imagem 330">
                  <a:extLst>
                    <a:ext uri="{FF2B5EF4-FFF2-40B4-BE49-F238E27FC236}">
                      <a16:creationId xmlns:a16="http://schemas.microsoft.com/office/drawing/2014/main" id="{CD8F1A1E-BBCB-624B-141A-85F6272086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2" name="Imagem 331">
                  <a:extLst>
                    <a:ext uri="{FF2B5EF4-FFF2-40B4-BE49-F238E27FC236}">
                      <a16:creationId xmlns:a16="http://schemas.microsoft.com/office/drawing/2014/main" id="{74692055-1DFD-AA41-9E3B-0B7E49C649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3" name="Imagem 332">
                  <a:extLst>
                    <a:ext uri="{FF2B5EF4-FFF2-40B4-BE49-F238E27FC236}">
                      <a16:creationId xmlns:a16="http://schemas.microsoft.com/office/drawing/2014/main" id="{7C6AC142-6DC7-6A6E-B304-AC6627FFA8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4" name="Imagem 333">
                  <a:extLst>
                    <a:ext uri="{FF2B5EF4-FFF2-40B4-BE49-F238E27FC236}">
                      <a16:creationId xmlns:a16="http://schemas.microsoft.com/office/drawing/2014/main" id="{C3968945-2B8F-45A4-E4FA-4D995B75BA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5" name="Imagem 334">
                  <a:extLst>
                    <a:ext uri="{FF2B5EF4-FFF2-40B4-BE49-F238E27FC236}">
                      <a16:creationId xmlns:a16="http://schemas.microsoft.com/office/drawing/2014/main" id="{C1D3AE8D-FB10-DAC9-3F35-66AF56F8D0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6" name="Imagem 335">
                  <a:extLst>
                    <a:ext uri="{FF2B5EF4-FFF2-40B4-BE49-F238E27FC236}">
                      <a16:creationId xmlns:a16="http://schemas.microsoft.com/office/drawing/2014/main" id="{8DC4B06D-992A-BB88-C367-2839E621E0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321" name="Oval 675">
                <a:extLst>
                  <a:ext uri="{FF2B5EF4-FFF2-40B4-BE49-F238E27FC236}">
                    <a16:creationId xmlns:a16="http://schemas.microsoft.com/office/drawing/2014/main" id="{D2E733C1-7364-0FFA-4803-8F40D0AFD4AE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2" name="Oval 676">
                <a:extLst>
                  <a:ext uri="{FF2B5EF4-FFF2-40B4-BE49-F238E27FC236}">
                    <a16:creationId xmlns:a16="http://schemas.microsoft.com/office/drawing/2014/main" id="{4ECFE63C-AEE2-26CD-C202-02B82F56350F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42" name="Agrupar 341">
              <a:extLst>
                <a:ext uri="{FF2B5EF4-FFF2-40B4-BE49-F238E27FC236}">
                  <a16:creationId xmlns:a16="http://schemas.microsoft.com/office/drawing/2014/main" id="{D4494376-FEB3-403F-7FCA-397FF537FFCD}"/>
                </a:ext>
              </a:extLst>
            </p:cNvPr>
            <p:cNvGrpSpPr/>
            <p:nvPr/>
          </p:nvGrpSpPr>
          <p:grpSpPr>
            <a:xfrm rot="16200000">
              <a:off x="1203740" y="737403"/>
              <a:ext cx="443976" cy="526627"/>
              <a:chOff x="2294839" y="784451"/>
              <a:chExt cx="3791381" cy="5020547"/>
            </a:xfrm>
            <a:solidFill>
              <a:srgbClr val="ED7D31"/>
            </a:solidFill>
          </p:grpSpPr>
          <p:grpSp>
            <p:nvGrpSpPr>
              <p:cNvPr id="343" name="Agrupar 342">
                <a:extLst>
                  <a:ext uri="{FF2B5EF4-FFF2-40B4-BE49-F238E27FC236}">
                    <a16:creationId xmlns:a16="http://schemas.microsoft.com/office/drawing/2014/main" id="{5C824CC3-4197-782E-AF1F-7680757CC54E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81" cy="5020547"/>
                <a:chOff x="2296344" y="784461"/>
                <a:chExt cx="3791372" cy="5020584"/>
              </a:xfrm>
              <a:grpFill/>
            </p:grpSpPr>
            <p:sp>
              <p:nvSpPr>
                <p:cNvPr id="2186" name="Retângulo: Cantos Arredondados 2185">
                  <a:extLst>
                    <a:ext uri="{FF2B5EF4-FFF2-40B4-BE49-F238E27FC236}">
                      <a16:creationId xmlns:a16="http://schemas.microsoft.com/office/drawing/2014/main" id="{9507996C-1849-8960-E96E-0C64BA3BBA0C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187" name="Oval 710">
                  <a:extLst>
                    <a:ext uri="{FF2B5EF4-FFF2-40B4-BE49-F238E27FC236}">
                      <a16:creationId xmlns:a16="http://schemas.microsoft.com/office/drawing/2014/main" id="{17F2C138-C50B-4671-2DDA-30E8C63A879F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188" name="Oval 711">
                  <a:extLst>
                    <a:ext uri="{FF2B5EF4-FFF2-40B4-BE49-F238E27FC236}">
                      <a16:creationId xmlns:a16="http://schemas.microsoft.com/office/drawing/2014/main" id="{1FD48C3F-2868-DF66-066B-C2CC0FB683E2}"/>
                    </a:ext>
                  </a:extLst>
                </p:cNvPr>
                <p:cNvSpPr/>
                <p:nvPr/>
              </p:nvSpPr>
              <p:spPr>
                <a:xfrm>
                  <a:off x="5655716" y="3124161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344" name="Agrupar 343">
                <a:extLst>
                  <a:ext uri="{FF2B5EF4-FFF2-40B4-BE49-F238E27FC236}">
                    <a16:creationId xmlns:a16="http://schemas.microsoft.com/office/drawing/2014/main" id="{EFD25E0A-EDC9-5F81-5F53-F26240859119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348" name="Imagem 347">
                  <a:extLst>
                    <a:ext uri="{FF2B5EF4-FFF2-40B4-BE49-F238E27FC236}">
                      <a16:creationId xmlns:a16="http://schemas.microsoft.com/office/drawing/2014/main" id="{D8BA8C43-84BB-11B5-99C6-4C5D171456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49" name="Imagem 348">
                  <a:extLst>
                    <a:ext uri="{FF2B5EF4-FFF2-40B4-BE49-F238E27FC236}">
                      <a16:creationId xmlns:a16="http://schemas.microsoft.com/office/drawing/2014/main" id="{469AA55F-199B-63B4-3A24-62FD80FBE4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50" name="Imagem 349">
                  <a:extLst>
                    <a:ext uri="{FF2B5EF4-FFF2-40B4-BE49-F238E27FC236}">
                      <a16:creationId xmlns:a16="http://schemas.microsoft.com/office/drawing/2014/main" id="{587CB481-A32D-1EB2-4BE4-7541BBD19A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51" name="Imagem 350">
                  <a:extLst>
                    <a:ext uri="{FF2B5EF4-FFF2-40B4-BE49-F238E27FC236}">
                      <a16:creationId xmlns:a16="http://schemas.microsoft.com/office/drawing/2014/main" id="{E5B0D532-6793-49A7-4E11-8AE7CCEDBF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76" name="Imagem 2175">
                  <a:extLst>
                    <a:ext uri="{FF2B5EF4-FFF2-40B4-BE49-F238E27FC236}">
                      <a16:creationId xmlns:a16="http://schemas.microsoft.com/office/drawing/2014/main" id="{E5786F7E-F386-D48B-BD56-6D9A55E209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77" name="Imagem 2176">
                  <a:extLst>
                    <a:ext uri="{FF2B5EF4-FFF2-40B4-BE49-F238E27FC236}">
                      <a16:creationId xmlns:a16="http://schemas.microsoft.com/office/drawing/2014/main" id="{33211392-8D96-8242-4D83-4194DE1F95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78" name="Imagem 2177">
                  <a:extLst>
                    <a:ext uri="{FF2B5EF4-FFF2-40B4-BE49-F238E27FC236}">
                      <a16:creationId xmlns:a16="http://schemas.microsoft.com/office/drawing/2014/main" id="{BF91AD50-1B7D-8D92-1F6C-E0A6E14A03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79" name="Imagem 2178">
                  <a:extLst>
                    <a:ext uri="{FF2B5EF4-FFF2-40B4-BE49-F238E27FC236}">
                      <a16:creationId xmlns:a16="http://schemas.microsoft.com/office/drawing/2014/main" id="{1B03E328-A4E1-DD2A-2D9B-6F5D0D6F4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0" name="Imagem 2179">
                  <a:extLst>
                    <a:ext uri="{FF2B5EF4-FFF2-40B4-BE49-F238E27FC236}">
                      <a16:creationId xmlns:a16="http://schemas.microsoft.com/office/drawing/2014/main" id="{DD55059E-A3C1-BB95-0A28-C8DC867FF6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1" name="Imagem 2180">
                  <a:extLst>
                    <a:ext uri="{FF2B5EF4-FFF2-40B4-BE49-F238E27FC236}">
                      <a16:creationId xmlns:a16="http://schemas.microsoft.com/office/drawing/2014/main" id="{FAD74F03-C368-A7AE-E988-371B156ED2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2" name="Imagem 2181">
                  <a:extLst>
                    <a:ext uri="{FF2B5EF4-FFF2-40B4-BE49-F238E27FC236}">
                      <a16:creationId xmlns:a16="http://schemas.microsoft.com/office/drawing/2014/main" id="{8FDFEAE6-127F-B9E5-BCC8-9765F32CBC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3" name="Imagem 2182">
                  <a:extLst>
                    <a:ext uri="{FF2B5EF4-FFF2-40B4-BE49-F238E27FC236}">
                      <a16:creationId xmlns:a16="http://schemas.microsoft.com/office/drawing/2014/main" id="{D6922457-A3EB-685A-A02D-FE73F2A3D8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4" name="Imagem 2183">
                  <a:extLst>
                    <a:ext uri="{FF2B5EF4-FFF2-40B4-BE49-F238E27FC236}">
                      <a16:creationId xmlns:a16="http://schemas.microsoft.com/office/drawing/2014/main" id="{AED56988-BE1D-2C20-3519-FAAABB08A6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5" name="Imagem 2184">
                  <a:extLst>
                    <a:ext uri="{FF2B5EF4-FFF2-40B4-BE49-F238E27FC236}">
                      <a16:creationId xmlns:a16="http://schemas.microsoft.com/office/drawing/2014/main" id="{79418478-D48B-7C0B-342E-9BE8A46D78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346" name="Oval 675">
                <a:extLst>
                  <a:ext uri="{FF2B5EF4-FFF2-40B4-BE49-F238E27FC236}">
                    <a16:creationId xmlns:a16="http://schemas.microsoft.com/office/drawing/2014/main" id="{D7ED0DA8-C9BA-68FD-DC5F-7C83C9A522BB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7" name="Oval 676">
                <a:extLst>
                  <a:ext uri="{FF2B5EF4-FFF2-40B4-BE49-F238E27FC236}">
                    <a16:creationId xmlns:a16="http://schemas.microsoft.com/office/drawing/2014/main" id="{FA29BCFC-A774-332F-97AE-130A98323600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191" name="Agrupar 2190">
              <a:extLst>
                <a:ext uri="{FF2B5EF4-FFF2-40B4-BE49-F238E27FC236}">
                  <a16:creationId xmlns:a16="http://schemas.microsoft.com/office/drawing/2014/main" id="{3F549720-55D8-82FE-67BB-FBC87133A869}"/>
                </a:ext>
              </a:extLst>
            </p:cNvPr>
            <p:cNvGrpSpPr/>
            <p:nvPr/>
          </p:nvGrpSpPr>
          <p:grpSpPr>
            <a:xfrm rot="16200000">
              <a:off x="1791741" y="284345"/>
              <a:ext cx="443973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2192" name="Agrupar 2191">
                <a:extLst>
                  <a:ext uri="{FF2B5EF4-FFF2-40B4-BE49-F238E27FC236}">
                    <a16:creationId xmlns:a16="http://schemas.microsoft.com/office/drawing/2014/main" id="{B547E44B-0A27-084A-5343-68D7FF3AFBCF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2211" name="Retângulo: Cantos Arredondados 2210">
                  <a:extLst>
                    <a:ext uri="{FF2B5EF4-FFF2-40B4-BE49-F238E27FC236}">
                      <a16:creationId xmlns:a16="http://schemas.microsoft.com/office/drawing/2014/main" id="{6F50A6B3-2123-4C9F-A032-6C0A2025D83A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16" name="Oval 710">
                  <a:extLst>
                    <a:ext uri="{FF2B5EF4-FFF2-40B4-BE49-F238E27FC236}">
                      <a16:creationId xmlns:a16="http://schemas.microsoft.com/office/drawing/2014/main" id="{04A0940D-3BEB-714B-F61C-5AC7B4D02CC5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17" name="Oval 711">
                  <a:extLst>
                    <a:ext uri="{FF2B5EF4-FFF2-40B4-BE49-F238E27FC236}">
                      <a16:creationId xmlns:a16="http://schemas.microsoft.com/office/drawing/2014/main" id="{962957A9-4309-5691-B34C-5910A980D99F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193" name="Agrupar 2192">
                <a:extLst>
                  <a:ext uri="{FF2B5EF4-FFF2-40B4-BE49-F238E27FC236}">
                    <a16:creationId xmlns:a16="http://schemas.microsoft.com/office/drawing/2014/main" id="{27BEAD2E-8F9C-A3EA-9B97-078780FE7414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196" name="Imagem 2195">
                  <a:extLst>
                    <a:ext uri="{FF2B5EF4-FFF2-40B4-BE49-F238E27FC236}">
                      <a16:creationId xmlns:a16="http://schemas.microsoft.com/office/drawing/2014/main" id="{693A5FB6-0EA1-2EEC-3FFE-9B731EED51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97" name="Imagem 2196">
                  <a:extLst>
                    <a:ext uri="{FF2B5EF4-FFF2-40B4-BE49-F238E27FC236}">
                      <a16:creationId xmlns:a16="http://schemas.microsoft.com/office/drawing/2014/main" id="{B07C3698-B649-6DF6-6E20-72795DC84A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98" name="Imagem 2197">
                  <a:extLst>
                    <a:ext uri="{FF2B5EF4-FFF2-40B4-BE49-F238E27FC236}">
                      <a16:creationId xmlns:a16="http://schemas.microsoft.com/office/drawing/2014/main" id="{7F481298-E72A-11F3-AF35-EC9205B802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99" name="Imagem 2198">
                  <a:extLst>
                    <a:ext uri="{FF2B5EF4-FFF2-40B4-BE49-F238E27FC236}">
                      <a16:creationId xmlns:a16="http://schemas.microsoft.com/office/drawing/2014/main" id="{EA417E10-030C-089A-0340-F81231F918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0" name="Imagem 2199">
                  <a:extLst>
                    <a:ext uri="{FF2B5EF4-FFF2-40B4-BE49-F238E27FC236}">
                      <a16:creationId xmlns:a16="http://schemas.microsoft.com/office/drawing/2014/main" id="{0B20507C-3A21-451E-E5C0-2B483E4632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1" name="Imagem 2200">
                  <a:extLst>
                    <a:ext uri="{FF2B5EF4-FFF2-40B4-BE49-F238E27FC236}">
                      <a16:creationId xmlns:a16="http://schemas.microsoft.com/office/drawing/2014/main" id="{03BB7FFB-66D7-4D5F-1DF7-803B0A1382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2" name="Imagem 2201">
                  <a:extLst>
                    <a:ext uri="{FF2B5EF4-FFF2-40B4-BE49-F238E27FC236}">
                      <a16:creationId xmlns:a16="http://schemas.microsoft.com/office/drawing/2014/main" id="{DC083642-9992-55C1-42CE-C7F1F23EE5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3" name="Imagem 2202">
                  <a:extLst>
                    <a:ext uri="{FF2B5EF4-FFF2-40B4-BE49-F238E27FC236}">
                      <a16:creationId xmlns:a16="http://schemas.microsoft.com/office/drawing/2014/main" id="{82D90D0F-F530-98A9-38F2-2A256DE347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4" name="Imagem 2203">
                  <a:extLst>
                    <a:ext uri="{FF2B5EF4-FFF2-40B4-BE49-F238E27FC236}">
                      <a16:creationId xmlns:a16="http://schemas.microsoft.com/office/drawing/2014/main" id="{753958B8-844A-A66C-3450-0C5E5B359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5" name="Imagem 2204">
                  <a:extLst>
                    <a:ext uri="{FF2B5EF4-FFF2-40B4-BE49-F238E27FC236}">
                      <a16:creationId xmlns:a16="http://schemas.microsoft.com/office/drawing/2014/main" id="{CCC32B77-1DFF-B755-05C7-38BA7DAC7E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6" name="Imagem 2205">
                  <a:extLst>
                    <a:ext uri="{FF2B5EF4-FFF2-40B4-BE49-F238E27FC236}">
                      <a16:creationId xmlns:a16="http://schemas.microsoft.com/office/drawing/2014/main" id="{06754276-71AE-5DAE-33AC-3A89B4A756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7" name="Imagem 2206">
                  <a:extLst>
                    <a:ext uri="{FF2B5EF4-FFF2-40B4-BE49-F238E27FC236}">
                      <a16:creationId xmlns:a16="http://schemas.microsoft.com/office/drawing/2014/main" id="{7B932CDB-4294-F632-2A79-F60A040C15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8" name="Imagem 2207">
                  <a:extLst>
                    <a:ext uri="{FF2B5EF4-FFF2-40B4-BE49-F238E27FC236}">
                      <a16:creationId xmlns:a16="http://schemas.microsoft.com/office/drawing/2014/main" id="{2E5BE0AB-853D-CB91-9D09-59CAF49774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10" name="Imagem 2209">
                  <a:extLst>
                    <a:ext uri="{FF2B5EF4-FFF2-40B4-BE49-F238E27FC236}">
                      <a16:creationId xmlns:a16="http://schemas.microsoft.com/office/drawing/2014/main" id="{883DD543-CC4E-D91D-7993-99989E9998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194" name="Oval 675">
                <a:extLst>
                  <a:ext uri="{FF2B5EF4-FFF2-40B4-BE49-F238E27FC236}">
                    <a16:creationId xmlns:a16="http://schemas.microsoft.com/office/drawing/2014/main" id="{08B338C6-E7AC-D781-C137-C8B829FE42A5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95" name="Oval 676">
                <a:extLst>
                  <a:ext uri="{FF2B5EF4-FFF2-40B4-BE49-F238E27FC236}">
                    <a16:creationId xmlns:a16="http://schemas.microsoft.com/office/drawing/2014/main" id="{51376115-D827-5694-D27A-9B3AC0F3905F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626" name="Retângulo 2625">
              <a:extLst>
                <a:ext uri="{FF2B5EF4-FFF2-40B4-BE49-F238E27FC236}">
                  <a16:creationId xmlns:a16="http://schemas.microsoft.com/office/drawing/2014/main" id="{00EAED66-82C3-75B5-6CE0-32C512078436}"/>
                </a:ext>
              </a:extLst>
            </p:cNvPr>
            <p:cNvSpPr/>
            <p:nvPr/>
          </p:nvSpPr>
          <p:spPr>
            <a:xfrm>
              <a:off x="1104440" y="1191849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9" name="Retângulo 2628">
              <a:extLst>
                <a:ext uri="{FF2B5EF4-FFF2-40B4-BE49-F238E27FC236}">
                  <a16:creationId xmlns:a16="http://schemas.microsoft.com/office/drawing/2014/main" id="{4A60CA9B-2673-C1CF-2B30-A81398FE1EAE}"/>
                </a:ext>
              </a:extLst>
            </p:cNvPr>
            <p:cNvSpPr/>
            <p:nvPr/>
          </p:nvSpPr>
          <p:spPr>
            <a:xfrm>
              <a:off x="1109127" y="738912"/>
              <a:ext cx="1205264" cy="6619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0" name="Retângulo 2629">
              <a:extLst>
                <a:ext uri="{FF2B5EF4-FFF2-40B4-BE49-F238E27FC236}">
                  <a16:creationId xmlns:a16="http://schemas.microsoft.com/office/drawing/2014/main" id="{B9413AA8-EB1C-DB1A-DFDD-45C643A2D71D}"/>
                </a:ext>
              </a:extLst>
            </p:cNvPr>
            <p:cNvSpPr/>
            <p:nvPr/>
          </p:nvSpPr>
          <p:spPr>
            <a:xfrm>
              <a:off x="1102284" y="277843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632" name="Agrupar 2631">
            <a:extLst>
              <a:ext uri="{FF2B5EF4-FFF2-40B4-BE49-F238E27FC236}">
                <a16:creationId xmlns:a16="http://schemas.microsoft.com/office/drawing/2014/main" id="{2AB36511-8DE6-EC3E-43B5-8CF7031BEC0B}"/>
              </a:ext>
            </a:extLst>
          </p:cNvPr>
          <p:cNvGrpSpPr/>
          <p:nvPr/>
        </p:nvGrpSpPr>
        <p:grpSpPr>
          <a:xfrm rot="5400000">
            <a:off x="2398110" y="385759"/>
            <a:ext cx="1212209" cy="998901"/>
            <a:chOff x="2370745" y="280076"/>
            <a:chExt cx="1212209" cy="998901"/>
          </a:xfrm>
        </p:grpSpPr>
        <p:grpSp>
          <p:nvGrpSpPr>
            <p:cNvPr id="1738" name="Agrupar 1737">
              <a:extLst>
                <a:ext uri="{FF2B5EF4-FFF2-40B4-BE49-F238E27FC236}">
                  <a16:creationId xmlns:a16="http://schemas.microsoft.com/office/drawing/2014/main" id="{BE8AD2B9-BED4-5621-6436-3726FFCDE0B7}"/>
                </a:ext>
              </a:extLst>
            </p:cNvPr>
            <p:cNvGrpSpPr/>
            <p:nvPr/>
          </p:nvGrpSpPr>
          <p:grpSpPr>
            <a:xfrm rot="16200000">
              <a:off x="2472534" y="290148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673" name="Agrupar 672">
                <a:extLst>
                  <a:ext uri="{FF2B5EF4-FFF2-40B4-BE49-F238E27FC236}">
                    <a16:creationId xmlns:a16="http://schemas.microsoft.com/office/drawing/2014/main" id="{252A2B82-FADB-0D15-8365-0F9103CA9C76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710" name="Retângulo: Cantos Arredondados 709">
                  <a:extLst>
                    <a:ext uri="{FF2B5EF4-FFF2-40B4-BE49-F238E27FC236}">
                      <a16:creationId xmlns:a16="http://schemas.microsoft.com/office/drawing/2014/main" id="{5C020E9C-F108-2CD5-8A7E-5C15841BDE3E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711" name="Oval 710">
                  <a:extLst>
                    <a:ext uri="{FF2B5EF4-FFF2-40B4-BE49-F238E27FC236}">
                      <a16:creationId xmlns:a16="http://schemas.microsoft.com/office/drawing/2014/main" id="{B43FA67E-DAE6-EAA2-F878-3140E3189087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2" name="Oval 711">
                  <a:extLst>
                    <a:ext uri="{FF2B5EF4-FFF2-40B4-BE49-F238E27FC236}">
                      <a16:creationId xmlns:a16="http://schemas.microsoft.com/office/drawing/2014/main" id="{BD3F3A39-5859-9395-6A4D-EDFCD0B4DDD6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674" name="Agrupar 673">
                <a:extLst>
                  <a:ext uri="{FF2B5EF4-FFF2-40B4-BE49-F238E27FC236}">
                    <a16:creationId xmlns:a16="http://schemas.microsoft.com/office/drawing/2014/main" id="{6C618F59-0DE6-5750-D2B0-B86C9CE69DB1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678" name="Imagem 677">
                  <a:extLst>
                    <a:ext uri="{FF2B5EF4-FFF2-40B4-BE49-F238E27FC236}">
                      <a16:creationId xmlns:a16="http://schemas.microsoft.com/office/drawing/2014/main" id="{E080E53D-FEA0-092D-2B9B-8E8A866D3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79" name="Imagem 678">
                  <a:extLst>
                    <a:ext uri="{FF2B5EF4-FFF2-40B4-BE49-F238E27FC236}">
                      <a16:creationId xmlns:a16="http://schemas.microsoft.com/office/drawing/2014/main" id="{CAC8CBE7-824A-9591-96E1-23BAED023A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0" name="Imagem 679">
                  <a:extLst>
                    <a:ext uri="{FF2B5EF4-FFF2-40B4-BE49-F238E27FC236}">
                      <a16:creationId xmlns:a16="http://schemas.microsoft.com/office/drawing/2014/main" id="{00F95C2C-3262-09BD-6EE3-9D009DF81C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1" name="Imagem 680">
                  <a:extLst>
                    <a:ext uri="{FF2B5EF4-FFF2-40B4-BE49-F238E27FC236}">
                      <a16:creationId xmlns:a16="http://schemas.microsoft.com/office/drawing/2014/main" id="{DD28ACFE-C860-6A74-ACF2-77D252C362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2" name="Imagem 681">
                  <a:extLst>
                    <a:ext uri="{FF2B5EF4-FFF2-40B4-BE49-F238E27FC236}">
                      <a16:creationId xmlns:a16="http://schemas.microsoft.com/office/drawing/2014/main" id="{468CDAAB-E5E3-5419-38FF-1CE5464CB7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3" name="Imagem 682">
                  <a:extLst>
                    <a:ext uri="{FF2B5EF4-FFF2-40B4-BE49-F238E27FC236}">
                      <a16:creationId xmlns:a16="http://schemas.microsoft.com/office/drawing/2014/main" id="{5C081B2C-6B1D-4638-9C7C-A9A9662B1C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4" name="Imagem 683">
                  <a:extLst>
                    <a:ext uri="{FF2B5EF4-FFF2-40B4-BE49-F238E27FC236}">
                      <a16:creationId xmlns:a16="http://schemas.microsoft.com/office/drawing/2014/main" id="{42AEF58C-AB3D-D826-5714-C2DEF64E5C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5" name="Imagem 684">
                  <a:extLst>
                    <a:ext uri="{FF2B5EF4-FFF2-40B4-BE49-F238E27FC236}">
                      <a16:creationId xmlns:a16="http://schemas.microsoft.com/office/drawing/2014/main" id="{25E15BD5-0609-D64A-A844-5DF54F16A6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1" name="Imagem 700">
                  <a:extLst>
                    <a:ext uri="{FF2B5EF4-FFF2-40B4-BE49-F238E27FC236}">
                      <a16:creationId xmlns:a16="http://schemas.microsoft.com/office/drawing/2014/main" id="{45B26798-6A7E-D374-DB61-9F7A560E94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4" name="Imagem 703">
                  <a:extLst>
                    <a:ext uri="{FF2B5EF4-FFF2-40B4-BE49-F238E27FC236}">
                      <a16:creationId xmlns:a16="http://schemas.microsoft.com/office/drawing/2014/main" id="{569AF714-D3EE-9A3F-53C8-3684DE1295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5" name="Imagem 704">
                  <a:extLst>
                    <a:ext uri="{FF2B5EF4-FFF2-40B4-BE49-F238E27FC236}">
                      <a16:creationId xmlns:a16="http://schemas.microsoft.com/office/drawing/2014/main" id="{71859F0B-8EB8-784F-3480-7B91A0DA89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7" name="Imagem 706">
                  <a:extLst>
                    <a:ext uri="{FF2B5EF4-FFF2-40B4-BE49-F238E27FC236}">
                      <a16:creationId xmlns:a16="http://schemas.microsoft.com/office/drawing/2014/main" id="{19688A09-019E-0170-E22C-1615059D06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8" name="Imagem 707">
                  <a:extLst>
                    <a:ext uri="{FF2B5EF4-FFF2-40B4-BE49-F238E27FC236}">
                      <a16:creationId xmlns:a16="http://schemas.microsoft.com/office/drawing/2014/main" id="{49A32270-D4C7-C9A3-5E79-A1E5163BD0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9" name="Imagem 708">
                  <a:extLst>
                    <a:ext uri="{FF2B5EF4-FFF2-40B4-BE49-F238E27FC236}">
                      <a16:creationId xmlns:a16="http://schemas.microsoft.com/office/drawing/2014/main" id="{6404B01C-B4F7-575D-F578-38296B2E26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676" name="Oval 675">
                <a:extLst>
                  <a:ext uri="{FF2B5EF4-FFF2-40B4-BE49-F238E27FC236}">
                    <a16:creationId xmlns:a16="http://schemas.microsoft.com/office/drawing/2014/main" id="{CB20F89B-994D-07CB-8967-A40475112F16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7" name="Oval 676">
                <a:extLst>
                  <a:ext uri="{FF2B5EF4-FFF2-40B4-BE49-F238E27FC236}">
                    <a16:creationId xmlns:a16="http://schemas.microsoft.com/office/drawing/2014/main" id="{1E288D35-B051-E7E7-91E7-A7534DAB96F9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id="{F2AF5B21-D4A3-D510-DB70-F849E7FB7C67}"/>
                </a:ext>
              </a:extLst>
            </p:cNvPr>
            <p:cNvGrpSpPr/>
            <p:nvPr/>
          </p:nvGrpSpPr>
          <p:grpSpPr>
            <a:xfrm rot="16200000">
              <a:off x="3060537" y="743215"/>
              <a:ext cx="443971" cy="526627"/>
              <a:chOff x="2294843" y="784451"/>
              <a:chExt cx="3791374" cy="5020547"/>
            </a:xfrm>
            <a:solidFill>
              <a:srgbClr val="ED7D31"/>
            </a:solidFill>
          </p:grpSpPr>
          <p:grpSp>
            <p:nvGrpSpPr>
              <p:cNvPr id="58" name="Agrupar 57">
                <a:extLst>
                  <a:ext uri="{FF2B5EF4-FFF2-40B4-BE49-F238E27FC236}">
                    <a16:creationId xmlns:a16="http://schemas.microsoft.com/office/drawing/2014/main" id="{6E0CD815-0B40-66A9-9914-A8099C439C41}"/>
                  </a:ext>
                </a:extLst>
              </p:cNvPr>
              <p:cNvGrpSpPr/>
              <p:nvPr/>
            </p:nvGrpSpPr>
            <p:grpSpPr>
              <a:xfrm>
                <a:off x="2294843" y="784451"/>
                <a:ext cx="3791374" cy="5020547"/>
                <a:chOff x="2296348" y="784461"/>
                <a:chExt cx="3791365" cy="5020584"/>
              </a:xfrm>
              <a:grpFill/>
            </p:grpSpPr>
            <p:sp>
              <p:nvSpPr>
                <p:cNvPr id="1964" name="Retângulo: Cantos Arredondados 1963">
                  <a:extLst>
                    <a:ext uri="{FF2B5EF4-FFF2-40B4-BE49-F238E27FC236}">
                      <a16:creationId xmlns:a16="http://schemas.microsoft.com/office/drawing/2014/main" id="{B2A9174A-0543-58CE-619A-62F980CFDDBB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965" name="Oval 710">
                  <a:extLst>
                    <a:ext uri="{FF2B5EF4-FFF2-40B4-BE49-F238E27FC236}">
                      <a16:creationId xmlns:a16="http://schemas.microsoft.com/office/drawing/2014/main" id="{DBA6BECF-A8F5-85D6-E157-F5D74CD12CEA}"/>
                    </a:ext>
                  </a:extLst>
                </p:cNvPr>
                <p:cNvSpPr/>
                <p:nvPr/>
              </p:nvSpPr>
              <p:spPr>
                <a:xfrm>
                  <a:off x="2296348" y="3078744"/>
                  <a:ext cx="431996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66" name="Oval 711">
                  <a:extLst>
                    <a:ext uri="{FF2B5EF4-FFF2-40B4-BE49-F238E27FC236}">
                      <a16:creationId xmlns:a16="http://schemas.microsoft.com/office/drawing/2014/main" id="{C727B028-C577-14FB-8C6E-0B7F5DEA459D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B6DB3AF5-FBE0-7449-F4D0-C0353513021F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63" name="Imagem 62">
                  <a:extLst>
                    <a:ext uri="{FF2B5EF4-FFF2-40B4-BE49-F238E27FC236}">
                      <a16:creationId xmlns:a16="http://schemas.microsoft.com/office/drawing/2014/main" id="{C6C19DC0-1A94-78F1-EB65-4421B56382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8" name="Imagem 107">
                  <a:extLst>
                    <a:ext uri="{FF2B5EF4-FFF2-40B4-BE49-F238E27FC236}">
                      <a16:creationId xmlns:a16="http://schemas.microsoft.com/office/drawing/2014/main" id="{26C6AFDE-E7CC-D5F4-5D0C-A67FD2FC53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2" name="Imagem 1951">
                  <a:extLst>
                    <a:ext uri="{FF2B5EF4-FFF2-40B4-BE49-F238E27FC236}">
                      <a16:creationId xmlns:a16="http://schemas.microsoft.com/office/drawing/2014/main" id="{D61E10B7-00F9-9BE8-BD68-6E9E7269AF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3" name="Imagem 1952">
                  <a:extLst>
                    <a:ext uri="{FF2B5EF4-FFF2-40B4-BE49-F238E27FC236}">
                      <a16:creationId xmlns:a16="http://schemas.microsoft.com/office/drawing/2014/main" id="{2CE26474-1AF1-8D1B-5A4D-508ED74E5A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4" name="Imagem 1953">
                  <a:extLst>
                    <a:ext uri="{FF2B5EF4-FFF2-40B4-BE49-F238E27FC236}">
                      <a16:creationId xmlns:a16="http://schemas.microsoft.com/office/drawing/2014/main" id="{3FE5879F-86B9-DEA8-D1B0-8EF004B775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5" name="Imagem 1954">
                  <a:extLst>
                    <a:ext uri="{FF2B5EF4-FFF2-40B4-BE49-F238E27FC236}">
                      <a16:creationId xmlns:a16="http://schemas.microsoft.com/office/drawing/2014/main" id="{62AC63CC-C90D-EB98-FFDD-26FE6C3D3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6" name="Imagem 1955">
                  <a:extLst>
                    <a:ext uri="{FF2B5EF4-FFF2-40B4-BE49-F238E27FC236}">
                      <a16:creationId xmlns:a16="http://schemas.microsoft.com/office/drawing/2014/main" id="{1BEEDAAB-34F7-2CAF-526D-52FF2F7538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7" name="Imagem 1956">
                  <a:extLst>
                    <a:ext uri="{FF2B5EF4-FFF2-40B4-BE49-F238E27FC236}">
                      <a16:creationId xmlns:a16="http://schemas.microsoft.com/office/drawing/2014/main" id="{266D6B42-31C4-9566-4802-93562AB51B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8" name="Imagem 1957">
                  <a:extLst>
                    <a:ext uri="{FF2B5EF4-FFF2-40B4-BE49-F238E27FC236}">
                      <a16:creationId xmlns:a16="http://schemas.microsoft.com/office/drawing/2014/main" id="{5DE03376-20D6-F774-9549-14086595FA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9" name="Imagem 1958">
                  <a:extLst>
                    <a:ext uri="{FF2B5EF4-FFF2-40B4-BE49-F238E27FC236}">
                      <a16:creationId xmlns:a16="http://schemas.microsoft.com/office/drawing/2014/main" id="{5743FDFA-FE47-F659-527A-7B3D23F970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0" name="Imagem 1959">
                  <a:extLst>
                    <a:ext uri="{FF2B5EF4-FFF2-40B4-BE49-F238E27FC236}">
                      <a16:creationId xmlns:a16="http://schemas.microsoft.com/office/drawing/2014/main" id="{83BDC190-0558-CFA9-C91B-4592ED1A82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1" name="Imagem 1960">
                  <a:extLst>
                    <a:ext uri="{FF2B5EF4-FFF2-40B4-BE49-F238E27FC236}">
                      <a16:creationId xmlns:a16="http://schemas.microsoft.com/office/drawing/2014/main" id="{B56D67A6-05FB-6A79-BAC1-B6680BD753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2" name="Imagem 1961">
                  <a:extLst>
                    <a:ext uri="{FF2B5EF4-FFF2-40B4-BE49-F238E27FC236}">
                      <a16:creationId xmlns:a16="http://schemas.microsoft.com/office/drawing/2014/main" id="{4ABA9E17-D2C6-ED11-E72C-829CB26B40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3" name="Imagem 1962">
                  <a:extLst>
                    <a:ext uri="{FF2B5EF4-FFF2-40B4-BE49-F238E27FC236}">
                      <a16:creationId xmlns:a16="http://schemas.microsoft.com/office/drawing/2014/main" id="{2D0B0937-054D-2368-0710-7025BB408D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61" name="Oval 675">
                <a:extLst>
                  <a:ext uri="{FF2B5EF4-FFF2-40B4-BE49-F238E27FC236}">
                    <a16:creationId xmlns:a16="http://schemas.microsoft.com/office/drawing/2014/main" id="{AB41AF12-6515-B478-4434-0DEC10F00B9A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Oval 676">
                <a:extLst>
                  <a:ext uri="{FF2B5EF4-FFF2-40B4-BE49-F238E27FC236}">
                    <a16:creationId xmlns:a16="http://schemas.microsoft.com/office/drawing/2014/main" id="{D561DD2A-67F0-AFD5-C714-11BD2C89AB39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969" name="Agrupar 1968">
              <a:extLst>
                <a:ext uri="{FF2B5EF4-FFF2-40B4-BE49-F238E27FC236}">
                  <a16:creationId xmlns:a16="http://schemas.microsoft.com/office/drawing/2014/main" id="{5335EB31-E529-9E56-1760-BA5D6C1DB2AA}"/>
                </a:ext>
              </a:extLst>
            </p:cNvPr>
            <p:cNvGrpSpPr/>
            <p:nvPr/>
          </p:nvGrpSpPr>
          <p:grpSpPr>
            <a:xfrm rot="16200000">
              <a:off x="2472536" y="743209"/>
              <a:ext cx="443974" cy="526627"/>
              <a:chOff x="2294839" y="784451"/>
              <a:chExt cx="3791378" cy="5020547"/>
            </a:xfrm>
            <a:solidFill>
              <a:srgbClr val="ED7D31"/>
            </a:solidFill>
          </p:grpSpPr>
          <p:grpSp>
            <p:nvGrpSpPr>
              <p:cNvPr id="1970" name="Agrupar 1969">
                <a:extLst>
                  <a:ext uri="{FF2B5EF4-FFF2-40B4-BE49-F238E27FC236}">
                    <a16:creationId xmlns:a16="http://schemas.microsoft.com/office/drawing/2014/main" id="{C6E39A9F-D1D0-FB50-C81F-475A9BA8DE7D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229" name="Retângulo: Cantos Arredondados 228">
                  <a:extLst>
                    <a:ext uri="{FF2B5EF4-FFF2-40B4-BE49-F238E27FC236}">
                      <a16:creationId xmlns:a16="http://schemas.microsoft.com/office/drawing/2014/main" id="{24068399-593B-9176-FEF0-060F6267E33D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30" name="Oval 710">
                  <a:extLst>
                    <a:ext uri="{FF2B5EF4-FFF2-40B4-BE49-F238E27FC236}">
                      <a16:creationId xmlns:a16="http://schemas.microsoft.com/office/drawing/2014/main" id="{502A4144-BAFF-1F64-1726-C026A8ED7C4A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1" name="Oval 711">
                  <a:extLst>
                    <a:ext uri="{FF2B5EF4-FFF2-40B4-BE49-F238E27FC236}">
                      <a16:creationId xmlns:a16="http://schemas.microsoft.com/office/drawing/2014/main" id="{2EE60E54-9E83-CBCC-FEDB-8E16DD26AB66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971" name="Agrupar 1970">
                <a:extLst>
                  <a:ext uri="{FF2B5EF4-FFF2-40B4-BE49-F238E27FC236}">
                    <a16:creationId xmlns:a16="http://schemas.microsoft.com/office/drawing/2014/main" id="{AD2F584F-4E96-D176-4B93-1A3408C85C5B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1975" name="Imagem 1974">
                  <a:extLst>
                    <a:ext uri="{FF2B5EF4-FFF2-40B4-BE49-F238E27FC236}">
                      <a16:creationId xmlns:a16="http://schemas.microsoft.com/office/drawing/2014/main" id="{C95FF8D8-D4CB-4585-0415-73D1FF7F29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76" name="Imagem 1975">
                  <a:extLst>
                    <a:ext uri="{FF2B5EF4-FFF2-40B4-BE49-F238E27FC236}">
                      <a16:creationId xmlns:a16="http://schemas.microsoft.com/office/drawing/2014/main" id="{476997D4-A882-7093-03BD-8AEBAECE9F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77" name="Imagem 1976">
                  <a:extLst>
                    <a:ext uri="{FF2B5EF4-FFF2-40B4-BE49-F238E27FC236}">
                      <a16:creationId xmlns:a16="http://schemas.microsoft.com/office/drawing/2014/main" id="{48840E0A-6F56-DA98-3D9F-594DC67F34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78" name="Imagem 1977">
                  <a:extLst>
                    <a:ext uri="{FF2B5EF4-FFF2-40B4-BE49-F238E27FC236}">
                      <a16:creationId xmlns:a16="http://schemas.microsoft.com/office/drawing/2014/main" id="{62CC712D-FB02-07DA-9AC8-24577D6908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79" name="Imagem 1978">
                  <a:extLst>
                    <a:ext uri="{FF2B5EF4-FFF2-40B4-BE49-F238E27FC236}">
                      <a16:creationId xmlns:a16="http://schemas.microsoft.com/office/drawing/2014/main" id="{FB6C1595-3440-3D0B-7C8D-0CCD827E46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80" name="Imagem 1979">
                  <a:extLst>
                    <a:ext uri="{FF2B5EF4-FFF2-40B4-BE49-F238E27FC236}">
                      <a16:creationId xmlns:a16="http://schemas.microsoft.com/office/drawing/2014/main" id="{7F95FC0E-8EE8-2333-282E-FCF8CEA2D8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81" name="Imagem 1980">
                  <a:extLst>
                    <a:ext uri="{FF2B5EF4-FFF2-40B4-BE49-F238E27FC236}">
                      <a16:creationId xmlns:a16="http://schemas.microsoft.com/office/drawing/2014/main" id="{4C4C64A4-A494-9FEA-CED2-67CA49BCFE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82" name="Imagem 1981">
                  <a:extLst>
                    <a:ext uri="{FF2B5EF4-FFF2-40B4-BE49-F238E27FC236}">
                      <a16:creationId xmlns:a16="http://schemas.microsoft.com/office/drawing/2014/main" id="{616C37F0-A1D7-90E1-DA09-2661AF5D7A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83" name="Imagem 1982">
                  <a:extLst>
                    <a:ext uri="{FF2B5EF4-FFF2-40B4-BE49-F238E27FC236}">
                      <a16:creationId xmlns:a16="http://schemas.microsoft.com/office/drawing/2014/main" id="{BD6E9C54-BF47-1487-A313-B407E93B3F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4" name="Imagem 223">
                  <a:extLst>
                    <a:ext uri="{FF2B5EF4-FFF2-40B4-BE49-F238E27FC236}">
                      <a16:creationId xmlns:a16="http://schemas.microsoft.com/office/drawing/2014/main" id="{E217DC26-8E5F-86C9-CA9A-943C15B68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5" name="Imagem 224">
                  <a:extLst>
                    <a:ext uri="{FF2B5EF4-FFF2-40B4-BE49-F238E27FC236}">
                      <a16:creationId xmlns:a16="http://schemas.microsoft.com/office/drawing/2014/main" id="{7965B2B2-3A1D-B47C-71B8-3CAF50D271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6" name="Imagem 225">
                  <a:extLst>
                    <a:ext uri="{FF2B5EF4-FFF2-40B4-BE49-F238E27FC236}">
                      <a16:creationId xmlns:a16="http://schemas.microsoft.com/office/drawing/2014/main" id="{E01D557E-447A-EA5C-7A0C-60D319EE69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7" name="Imagem 226">
                  <a:extLst>
                    <a:ext uri="{FF2B5EF4-FFF2-40B4-BE49-F238E27FC236}">
                      <a16:creationId xmlns:a16="http://schemas.microsoft.com/office/drawing/2014/main" id="{4C8AB67A-6E13-3B43-94BA-B53B771CF3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8" name="Imagem 227">
                  <a:extLst>
                    <a:ext uri="{FF2B5EF4-FFF2-40B4-BE49-F238E27FC236}">
                      <a16:creationId xmlns:a16="http://schemas.microsoft.com/office/drawing/2014/main" id="{74F8762D-0431-336D-25A8-9E30F39C9E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1973" name="Oval 675">
                <a:extLst>
                  <a:ext uri="{FF2B5EF4-FFF2-40B4-BE49-F238E27FC236}">
                    <a16:creationId xmlns:a16="http://schemas.microsoft.com/office/drawing/2014/main" id="{8B057B13-CFAC-60FC-A2B1-A4D84582C4E1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74" name="Oval 676">
                <a:extLst>
                  <a:ext uri="{FF2B5EF4-FFF2-40B4-BE49-F238E27FC236}">
                    <a16:creationId xmlns:a16="http://schemas.microsoft.com/office/drawing/2014/main" id="{BFB0C561-3583-5341-9077-9E328A812BBC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34" name="Agrupar 233">
              <a:extLst>
                <a:ext uri="{FF2B5EF4-FFF2-40B4-BE49-F238E27FC236}">
                  <a16:creationId xmlns:a16="http://schemas.microsoft.com/office/drawing/2014/main" id="{4025550C-F862-B242-3FB6-5FB70D5D7285}"/>
                </a:ext>
              </a:extLst>
            </p:cNvPr>
            <p:cNvGrpSpPr/>
            <p:nvPr/>
          </p:nvGrpSpPr>
          <p:grpSpPr>
            <a:xfrm rot="16200000">
              <a:off x="3060536" y="290157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235" name="Agrupar 234">
                <a:extLst>
                  <a:ext uri="{FF2B5EF4-FFF2-40B4-BE49-F238E27FC236}">
                    <a16:creationId xmlns:a16="http://schemas.microsoft.com/office/drawing/2014/main" id="{B08A694E-5637-2FF4-3157-A8C74FEDC787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254" name="Retângulo: Cantos Arredondados 253">
                  <a:extLst>
                    <a:ext uri="{FF2B5EF4-FFF2-40B4-BE49-F238E27FC236}">
                      <a16:creationId xmlns:a16="http://schemas.microsoft.com/office/drawing/2014/main" id="{ACBC057A-8DFE-2C59-F63B-1430D30091B7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55" name="Oval 710">
                  <a:extLst>
                    <a:ext uri="{FF2B5EF4-FFF2-40B4-BE49-F238E27FC236}">
                      <a16:creationId xmlns:a16="http://schemas.microsoft.com/office/drawing/2014/main" id="{532478AD-96F4-FB7D-19FF-BCAFC159FBE3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8" name="Oval 711">
                  <a:extLst>
                    <a:ext uri="{FF2B5EF4-FFF2-40B4-BE49-F238E27FC236}">
                      <a16:creationId xmlns:a16="http://schemas.microsoft.com/office/drawing/2014/main" id="{17B9871A-2FD5-3B91-C845-939C3D410C4F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36" name="Agrupar 235">
                <a:extLst>
                  <a:ext uri="{FF2B5EF4-FFF2-40B4-BE49-F238E27FC236}">
                    <a16:creationId xmlns:a16="http://schemas.microsoft.com/office/drawing/2014/main" id="{F57EFA5E-C82F-DBB6-A408-91FE8A7F397F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40" name="Imagem 239">
                  <a:extLst>
                    <a:ext uri="{FF2B5EF4-FFF2-40B4-BE49-F238E27FC236}">
                      <a16:creationId xmlns:a16="http://schemas.microsoft.com/office/drawing/2014/main" id="{05B87544-E3AD-F4BB-1DE4-B3CFB4B0DB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1" name="Imagem 240">
                  <a:extLst>
                    <a:ext uri="{FF2B5EF4-FFF2-40B4-BE49-F238E27FC236}">
                      <a16:creationId xmlns:a16="http://schemas.microsoft.com/office/drawing/2014/main" id="{BC4E1F42-B842-6EBD-E5A2-227565504D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2" name="Imagem 241">
                  <a:extLst>
                    <a:ext uri="{FF2B5EF4-FFF2-40B4-BE49-F238E27FC236}">
                      <a16:creationId xmlns:a16="http://schemas.microsoft.com/office/drawing/2014/main" id="{8D0901E1-419E-26BB-7C82-70AAA42545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3" name="Imagem 242">
                  <a:extLst>
                    <a:ext uri="{FF2B5EF4-FFF2-40B4-BE49-F238E27FC236}">
                      <a16:creationId xmlns:a16="http://schemas.microsoft.com/office/drawing/2014/main" id="{4F3B5C45-FF1F-C126-CB28-FC888FB765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4" name="Imagem 243">
                  <a:extLst>
                    <a:ext uri="{FF2B5EF4-FFF2-40B4-BE49-F238E27FC236}">
                      <a16:creationId xmlns:a16="http://schemas.microsoft.com/office/drawing/2014/main" id="{C4560D22-1D1A-F8D9-905B-78430D15B7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5" name="Imagem 244">
                  <a:extLst>
                    <a:ext uri="{FF2B5EF4-FFF2-40B4-BE49-F238E27FC236}">
                      <a16:creationId xmlns:a16="http://schemas.microsoft.com/office/drawing/2014/main" id="{C232F24A-8A83-12E4-F2DA-0946DDF0F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6" name="Imagem 245">
                  <a:extLst>
                    <a:ext uri="{FF2B5EF4-FFF2-40B4-BE49-F238E27FC236}">
                      <a16:creationId xmlns:a16="http://schemas.microsoft.com/office/drawing/2014/main" id="{75D22F33-C2DD-914D-841C-D0062E9533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7" name="Imagem 246">
                  <a:extLst>
                    <a:ext uri="{FF2B5EF4-FFF2-40B4-BE49-F238E27FC236}">
                      <a16:creationId xmlns:a16="http://schemas.microsoft.com/office/drawing/2014/main" id="{683FFDDD-4AB7-5E6C-960B-8B24C3366E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8" name="Imagem 247">
                  <a:extLst>
                    <a:ext uri="{FF2B5EF4-FFF2-40B4-BE49-F238E27FC236}">
                      <a16:creationId xmlns:a16="http://schemas.microsoft.com/office/drawing/2014/main" id="{1961AD92-B2A0-9F45-A3CF-2EE2A24434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49" name="Imagem 248">
                  <a:extLst>
                    <a:ext uri="{FF2B5EF4-FFF2-40B4-BE49-F238E27FC236}">
                      <a16:creationId xmlns:a16="http://schemas.microsoft.com/office/drawing/2014/main" id="{130C5CC7-569F-BC9D-8D57-A57B901ED2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50" name="Imagem 249">
                  <a:extLst>
                    <a:ext uri="{FF2B5EF4-FFF2-40B4-BE49-F238E27FC236}">
                      <a16:creationId xmlns:a16="http://schemas.microsoft.com/office/drawing/2014/main" id="{DCBC610A-CEBE-9FCC-E2EA-CBD8CDEBC6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51" name="Imagem 250">
                  <a:extLst>
                    <a:ext uri="{FF2B5EF4-FFF2-40B4-BE49-F238E27FC236}">
                      <a16:creationId xmlns:a16="http://schemas.microsoft.com/office/drawing/2014/main" id="{72B41E9B-4394-B9D7-D74C-6DC5846DC4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52" name="Imagem 251">
                  <a:extLst>
                    <a:ext uri="{FF2B5EF4-FFF2-40B4-BE49-F238E27FC236}">
                      <a16:creationId xmlns:a16="http://schemas.microsoft.com/office/drawing/2014/main" id="{EDAE9C38-559B-579F-99E1-C6B73F241B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53" name="Imagem 252">
                  <a:extLst>
                    <a:ext uri="{FF2B5EF4-FFF2-40B4-BE49-F238E27FC236}">
                      <a16:creationId xmlns:a16="http://schemas.microsoft.com/office/drawing/2014/main" id="{3B26A199-4A63-C0E0-4FC1-639674B5A0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38" name="Oval 675">
                <a:extLst>
                  <a:ext uri="{FF2B5EF4-FFF2-40B4-BE49-F238E27FC236}">
                    <a16:creationId xmlns:a16="http://schemas.microsoft.com/office/drawing/2014/main" id="{774BB638-3B3B-2C9A-3379-C6166B85A8CE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9" name="Oval 676">
                <a:extLst>
                  <a:ext uri="{FF2B5EF4-FFF2-40B4-BE49-F238E27FC236}">
                    <a16:creationId xmlns:a16="http://schemas.microsoft.com/office/drawing/2014/main" id="{D9C8AFA0-1CEA-6421-951C-C8E408D6835C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627" name="Retângulo 2626">
              <a:extLst>
                <a:ext uri="{FF2B5EF4-FFF2-40B4-BE49-F238E27FC236}">
                  <a16:creationId xmlns:a16="http://schemas.microsoft.com/office/drawing/2014/main" id="{48296140-2128-3264-9C3F-5E455956F458}"/>
                </a:ext>
              </a:extLst>
            </p:cNvPr>
            <p:cNvSpPr/>
            <p:nvPr/>
          </p:nvSpPr>
          <p:spPr>
            <a:xfrm>
              <a:off x="2377690" y="1201478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8" name="Retângulo 2627">
              <a:extLst>
                <a:ext uri="{FF2B5EF4-FFF2-40B4-BE49-F238E27FC236}">
                  <a16:creationId xmlns:a16="http://schemas.microsoft.com/office/drawing/2014/main" id="{80604B0A-E498-6494-5DC7-90E7711370E6}"/>
                </a:ext>
              </a:extLst>
            </p:cNvPr>
            <p:cNvSpPr/>
            <p:nvPr/>
          </p:nvSpPr>
          <p:spPr>
            <a:xfrm>
              <a:off x="2371632" y="746827"/>
              <a:ext cx="1205264" cy="6619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1" name="Retângulo 2630">
              <a:extLst>
                <a:ext uri="{FF2B5EF4-FFF2-40B4-BE49-F238E27FC236}">
                  <a16:creationId xmlns:a16="http://schemas.microsoft.com/office/drawing/2014/main" id="{7A4775A7-C0A7-0E22-C89F-A430E33F1F74}"/>
                </a:ext>
              </a:extLst>
            </p:cNvPr>
            <p:cNvSpPr/>
            <p:nvPr/>
          </p:nvSpPr>
          <p:spPr>
            <a:xfrm>
              <a:off x="2370745" y="280076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0812F2DA-BD0E-E4E0-B9A4-9ADF9E039AEB}"/>
              </a:ext>
            </a:extLst>
          </p:cNvPr>
          <p:cNvSpPr/>
          <p:nvPr/>
        </p:nvSpPr>
        <p:spPr>
          <a:xfrm rot="16200000">
            <a:off x="1884548" y="4830094"/>
            <a:ext cx="2190061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E559AC2-CE64-3C33-1B83-A13B93DCA2A3}"/>
              </a:ext>
            </a:extLst>
          </p:cNvPr>
          <p:cNvSpPr/>
          <p:nvPr/>
        </p:nvSpPr>
        <p:spPr>
          <a:xfrm rot="16200000">
            <a:off x="614914" y="4827424"/>
            <a:ext cx="2190061" cy="12376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42F5F7A-D60C-2F6E-3DD1-9A8CD422E7B8}"/>
              </a:ext>
            </a:extLst>
          </p:cNvPr>
          <p:cNvGrpSpPr/>
          <p:nvPr/>
        </p:nvGrpSpPr>
        <p:grpSpPr>
          <a:xfrm rot="5400000">
            <a:off x="1111454" y="5102661"/>
            <a:ext cx="1212107" cy="991505"/>
            <a:chOff x="1102284" y="277843"/>
            <a:chExt cx="1212107" cy="991505"/>
          </a:xfrm>
        </p:grpSpPr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B599A2FB-C40D-8475-D0F7-CF99BD234F7B}"/>
                </a:ext>
              </a:extLst>
            </p:cNvPr>
            <p:cNvGrpSpPr/>
            <p:nvPr/>
          </p:nvGrpSpPr>
          <p:grpSpPr>
            <a:xfrm rot="16200000">
              <a:off x="1203742" y="284345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101" name="Agrupar 100">
                <a:extLst>
                  <a:ext uri="{FF2B5EF4-FFF2-40B4-BE49-F238E27FC236}">
                    <a16:creationId xmlns:a16="http://schemas.microsoft.com/office/drawing/2014/main" id="{0DCA3EBF-5A0D-4108-3BD1-82BA95F2FFC2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122" name="Retângulo: Cantos Arredondados 121">
                  <a:extLst>
                    <a:ext uri="{FF2B5EF4-FFF2-40B4-BE49-F238E27FC236}">
                      <a16:creationId xmlns:a16="http://schemas.microsoft.com/office/drawing/2014/main" id="{ABC87565-504B-4AE6-8C4A-E13DBEDA35E9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23" name="Oval 710">
                  <a:extLst>
                    <a:ext uri="{FF2B5EF4-FFF2-40B4-BE49-F238E27FC236}">
                      <a16:creationId xmlns:a16="http://schemas.microsoft.com/office/drawing/2014/main" id="{A0DA4ABC-4509-45A7-2BFD-5B193AA07F03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4" name="Oval 711">
                  <a:extLst>
                    <a:ext uri="{FF2B5EF4-FFF2-40B4-BE49-F238E27FC236}">
                      <a16:creationId xmlns:a16="http://schemas.microsoft.com/office/drawing/2014/main" id="{FA13E544-4B17-6EA6-897F-D8EBB7327B4F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02" name="Agrupar 101">
                <a:extLst>
                  <a:ext uri="{FF2B5EF4-FFF2-40B4-BE49-F238E27FC236}">
                    <a16:creationId xmlns:a16="http://schemas.microsoft.com/office/drawing/2014/main" id="{9730B811-0B72-54B9-6B86-57CE24B2A213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106" name="Imagem 105">
                  <a:extLst>
                    <a:ext uri="{FF2B5EF4-FFF2-40B4-BE49-F238E27FC236}">
                      <a16:creationId xmlns:a16="http://schemas.microsoft.com/office/drawing/2014/main" id="{CBE4223F-A590-3D53-F20E-A869292733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7" name="Imagem 106">
                  <a:extLst>
                    <a:ext uri="{FF2B5EF4-FFF2-40B4-BE49-F238E27FC236}">
                      <a16:creationId xmlns:a16="http://schemas.microsoft.com/office/drawing/2014/main" id="{71473E91-A49E-49C4-1C6E-BDFBF24714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09" name="Imagem 108">
                  <a:extLst>
                    <a:ext uri="{FF2B5EF4-FFF2-40B4-BE49-F238E27FC236}">
                      <a16:creationId xmlns:a16="http://schemas.microsoft.com/office/drawing/2014/main" id="{934FAD3F-DDF6-C995-AB99-E6D1F6A2AE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1" name="Imagem 110">
                  <a:extLst>
                    <a:ext uri="{FF2B5EF4-FFF2-40B4-BE49-F238E27FC236}">
                      <a16:creationId xmlns:a16="http://schemas.microsoft.com/office/drawing/2014/main" id="{F2F2E08A-6615-3486-6582-B903AC21CF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2" name="Imagem 111">
                  <a:extLst>
                    <a:ext uri="{FF2B5EF4-FFF2-40B4-BE49-F238E27FC236}">
                      <a16:creationId xmlns:a16="http://schemas.microsoft.com/office/drawing/2014/main" id="{1C240CC5-524D-1FF7-2860-5F0A6A1522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3" name="Imagem 112">
                  <a:extLst>
                    <a:ext uri="{FF2B5EF4-FFF2-40B4-BE49-F238E27FC236}">
                      <a16:creationId xmlns:a16="http://schemas.microsoft.com/office/drawing/2014/main" id="{C0356855-7A81-A7C5-A3E0-8106AB291F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4" name="Imagem 113">
                  <a:extLst>
                    <a:ext uri="{FF2B5EF4-FFF2-40B4-BE49-F238E27FC236}">
                      <a16:creationId xmlns:a16="http://schemas.microsoft.com/office/drawing/2014/main" id="{E441A948-03E7-9A41-66B9-375C1AB4DB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5" name="Imagem 114">
                  <a:extLst>
                    <a:ext uri="{FF2B5EF4-FFF2-40B4-BE49-F238E27FC236}">
                      <a16:creationId xmlns:a16="http://schemas.microsoft.com/office/drawing/2014/main" id="{EB0D7366-12F7-DBD3-13E3-82D604BDE7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6" name="Imagem 115">
                  <a:extLst>
                    <a:ext uri="{FF2B5EF4-FFF2-40B4-BE49-F238E27FC236}">
                      <a16:creationId xmlns:a16="http://schemas.microsoft.com/office/drawing/2014/main" id="{BE677FF8-FBE2-87E3-CC8C-6076C53651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7" name="Imagem 116">
                  <a:extLst>
                    <a:ext uri="{FF2B5EF4-FFF2-40B4-BE49-F238E27FC236}">
                      <a16:creationId xmlns:a16="http://schemas.microsoft.com/office/drawing/2014/main" id="{1CFE74ED-5042-66FD-2685-0A194B955A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8" name="Imagem 117">
                  <a:extLst>
                    <a:ext uri="{FF2B5EF4-FFF2-40B4-BE49-F238E27FC236}">
                      <a16:creationId xmlns:a16="http://schemas.microsoft.com/office/drawing/2014/main" id="{F6A4053F-2A64-B90B-FE52-7A6203EC18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19" name="Imagem 118">
                  <a:extLst>
                    <a:ext uri="{FF2B5EF4-FFF2-40B4-BE49-F238E27FC236}">
                      <a16:creationId xmlns:a16="http://schemas.microsoft.com/office/drawing/2014/main" id="{B1D1AFD5-76F8-C35C-8E16-7349F7B12F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20" name="Imagem 119">
                  <a:extLst>
                    <a:ext uri="{FF2B5EF4-FFF2-40B4-BE49-F238E27FC236}">
                      <a16:creationId xmlns:a16="http://schemas.microsoft.com/office/drawing/2014/main" id="{3CE3038C-15D2-698A-A944-0104141221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21" name="Imagem 120">
                  <a:extLst>
                    <a:ext uri="{FF2B5EF4-FFF2-40B4-BE49-F238E27FC236}">
                      <a16:creationId xmlns:a16="http://schemas.microsoft.com/office/drawing/2014/main" id="{DAEBBD04-BC53-7553-5D37-376159EBD9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103" name="Oval 675">
                <a:extLst>
                  <a:ext uri="{FF2B5EF4-FFF2-40B4-BE49-F238E27FC236}">
                    <a16:creationId xmlns:a16="http://schemas.microsoft.com/office/drawing/2014/main" id="{3F1F1B60-3263-48E8-D942-6B578ADB3D73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Oval 676">
                <a:extLst>
                  <a:ext uri="{FF2B5EF4-FFF2-40B4-BE49-F238E27FC236}">
                    <a16:creationId xmlns:a16="http://schemas.microsoft.com/office/drawing/2014/main" id="{587AF8EE-9802-0DF2-E9D5-161803359811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F0F02F51-E902-2023-9354-019B6B6B656D}"/>
                </a:ext>
              </a:extLst>
            </p:cNvPr>
            <p:cNvGrpSpPr/>
            <p:nvPr/>
          </p:nvGrpSpPr>
          <p:grpSpPr>
            <a:xfrm rot="16200000">
              <a:off x="1791742" y="737403"/>
              <a:ext cx="443971" cy="526627"/>
              <a:chOff x="2294839" y="784451"/>
              <a:chExt cx="3791378" cy="5020547"/>
            </a:xfrm>
            <a:solidFill>
              <a:srgbClr val="ED7D31"/>
            </a:solidFill>
          </p:grpSpPr>
          <p:grpSp>
            <p:nvGrpSpPr>
              <p:cNvPr id="74" name="Agrupar 73">
                <a:extLst>
                  <a:ext uri="{FF2B5EF4-FFF2-40B4-BE49-F238E27FC236}">
                    <a16:creationId xmlns:a16="http://schemas.microsoft.com/office/drawing/2014/main" id="{F836E06E-20DC-3AD0-05F4-BEB3ECFF6AF8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98" name="Retângulo: Cantos Arredondados 97">
                  <a:extLst>
                    <a:ext uri="{FF2B5EF4-FFF2-40B4-BE49-F238E27FC236}">
                      <a16:creationId xmlns:a16="http://schemas.microsoft.com/office/drawing/2014/main" id="{90B467FF-5E0E-3074-4543-836F74E19045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99" name="Oval 710">
                  <a:extLst>
                    <a:ext uri="{FF2B5EF4-FFF2-40B4-BE49-F238E27FC236}">
                      <a16:creationId xmlns:a16="http://schemas.microsoft.com/office/drawing/2014/main" id="{F8BC73A5-83DF-A16B-9D7D-64901116149E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" name="Oval 711">
                  <a:extLst>
                    <a:ext uri="{FF2B5EF4-FFF2-40B4-BE49-F238E27FC236}">
                      <a16:creationId xmlns:a16="http://schemas.microsoft.com/office/drawing/2014/main" id="{3DF0B90F-4A9D-A10D-FF86-E77789895B3C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5" name="Agrupar 74">
                <a:extLst>
                  <a:ext uri="{FF2B5EF4-FFF2-40B4-BE49-F238E27FC236}">
                    <a16:creationId xmlns:a16="http://schemas.microsoft.com/office/drawing/2014/main" id="{9A4B8461-A01D-C089-3241-8A1BECA5C0D6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78" name="Imagem 77">
                  <a:extLst>
                    <a:ext uri="{FF2B5EF4-FFF2-40B4-BE49-F238E27FC236}">
                      <a16:creationId xmlns:a16="http://schemas.microsoft.com/office/drawing/2014/main" id="{939647A1-95AA-C556-B0DD-095337F70D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9" name="Imagem 78">
                  <a:extLst>
                    <a:ext uri="{FF2B5EF4-FFF2-40B4-BE49-F238E27FC236}">
                      <a16:creationId xmlns:a16="http://schemas.microsoft.com/office/drawing/2014/main" id="{55198D09-7636-3A17-02C3-6B17243016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0" name="Imagem 79">
                  <a:extLst>
                    <a:ext uri="{FF2B5EF4-FFF2-40B4-BE49-F238E27FC236}">
                      <a16:creationId xmlns:a16="http://schemas.microsoft.com/office/drawing/2014/main" id="{FEF48C5F-8182-58F1-264A-E75D10428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1" name="Imagem 80">
                  <a:extLst>
                    <a:ext uri="{FF2B5EF4-FFF2-40B4-BE49-F238E27FC236}">
                      <a16:creationId xmlns:a16="http://schemas.microsoft.com/office/drawing/2014/main" id="{1A85BC11-7D2F-62A0-F709-64F909900A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5" name="Imagem 84">
                  <a:extLst>
                    <a:ext uri="{FF2B5EF4-FFF2-40B4-BE49-F238E27FC236}">
                      <a16:creationId xmlns:a16="http://schemas.microsoft.com/office/drawing/2014/main" id="{0BC9A51C-0333-9845-9665-F1F0AF01B3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6" name="Imagem 85">
                  <a:extLst>
                    <a:ext uri="{FF2B5EF4-FFF2-40B4-BE49-F238E27FC236}">
                      <a16:creationId xmlns:a16="http://schemas.microsoft.com/office/drawing/2014/main" id="{49D6C2AB-B64E-D3D1-8348-93DDF9F8A7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8" name="Imagem 87">
                  <a:extLst>
                    <a:ext uri="{FF2B5EF4-FFF2-40B4-BE49-F238E27FC236}">
                      <a16:creationId xmlns:a16="http://schemas.microsoft.com/office/drawing/2014/main" id="{477116D6-0823-56BD-1E8B-A98E1A13EF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89" name="Imagem 88">
                  <a:extLst>
                    <a:ext uri="{FF2B5EF4-FFF2-40B4-BE49-F238E27FC236}">
                      <a16:creationId xmlns:a16="http://schemas.microsoft.com/office/drawing/2014/main" id="{C89FF9C2-4C7B-0A98-A101-4014197A17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0" name="Imagem 89">
                  <a:extLst>
                    <a:ext uri="{FF2B5EF4-FFF2-40B4-BE49-F238E27FC236}">
                      <a16:creationId xmlns:a16="http://schemas.microsoft.com/office/drawing/2014/main" id="{C08EA1CC-1F05-315A-F7E0-45E1010B1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2" name="Imagem 91">
                  <a:extLst>
                    <a:ext uri="{FF2B5EF4-FFF2-40B4-BE49-F238E27FC236}">
                      <a16:creationId xmlns:a16="http://schemas.microsoft.com/office/drawing/2014/main" id="{3128597F-A11F-DC7E-1252-81EA1E279A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3" name="Imagem 92">
                  <a:extLst>
                    <a:ext uri="{FF2B5EF4-FFF2-40B4-BE49-F238E27FC236}">
                      <a16:creationId xmlns:a16="http://schemas.microsoft.com/office/drawing/2014/main" id="{4A87BA4B-B446-0210-BBC0-997BB5D7E3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5" name="Imagem 94">
                  <a:extLst>
                    <a:ext uri="{FF2B5EF4-FFF2-40B4-BE49-F238E27FC236}">
                      <a16:creationId xmlns:a16="http://schemas.microsoft.com/office/drawing/2014/main" id="{431073C1-C206-529F-539E-1791ACCAB2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6" name="Imagem 95">
                  <a:extLst>
                    <a:ext uri="{FF2B5EF4-FFF2-40B4-BE49-F238E27FC236}">
                      <a16:creationId xmlns:a16="http://schemas.microsoft.com/office/drawing/2014/main" id="{3EB1615C-A256-4440-1DA3-0ADEA5D373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97" name="Imagem 96">
                  <a:extLst>
                    <a:ext uri="{FF2B5EF4-FFF2-40B4-BE49-F238E27FC236}">
                      <a16:creationId xmlns:a16="http://schemas.microsoft.com/office/drawing/2014/main" id="{FEAECFED-9BED-4C15-02B4-CCC6CD2837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76" name="Oval 675">
                <a:extLst>
                  <a:ext uri="{FF2B5EF4-FFF2-40B4-BE49-F238E27FC236}">
                    <a16:creationId xmlns:a16="http://schemas.microsoft.com/office/drawing/2014/main" id="{A53550B4-8D96-DE5F-CB31-4AA5FCE4C1E2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" name="Oval 676">
                <a:extLst>
                  <a:ext uri="{FF2B5EF4-FFF2-40B4-BE49-F238E27FC236}">
                    <a16:creationId xmlns:a16="http://schemas.microsoft.com/office/drawing/2014/main" id="{82A7C005-F22E-34E4-F5EC-7C0957D10631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A109A691-FF91-CC54-0A03-4C66A84B68F4}"/>
                </a:ext>
              </a:extLst>
            </p:cNvPr>
            <p:cNvGrpSpPr/>
            <p:nvPr/>
          </p:nvGrpSpPr>
          <p:grpSpPr>
            <a:xfrm rot="16200000">
              <a:off x="1203740" y="737403"/>
              <a:ext cx="443976" cy="526627"/>
              <a:chOff x="2294839" y="784451"/>
              <a:chExt cx="3791381" cy="5020547"/>
            </a:xfrm>
            <a:solidFill>
              <a:srgbClr val="ED7D31"/>
            </a:solidFill>
          </p:grpSpPr>
          <p:grpSp>
            <p:nvGrpSpPr>
              <p:cNvPr id="47" name="Agrupar 46">
                <a:extLst>
                  <a:ext uri="{FF2B5EF4-FFF2-40B4-BE49-F238E27FC236}">
                    <a16:creationId xmlns:a16="http://schemas.microsoft.com/office/drawing/2014/main" id="{0D002837-7819-12E2-C26B-ECA7BC3B59CA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81" cy="5020547"/>
                <a:chOff x="2296344" y="784461"/>
                <a:chExt cx="3791372" cy="5020584"/>
              </a:xfrm>
              <a:grpFill/>
            </p:grpSpPr>
            <p:sp>
              <p:nvSpPr>
                <p:cNvPr id="71" name="Retângulo: Cantos Arredondados 70">
                  <a:extLst>
                    <a:ext uri="{FF2B5EF4-FFF2-40B4-BE49-F238E27FC236}">
                      <a16:creationId xmlns:a16="http://schemas.microsoft.com/office/drawing/2014/main" id="{835411DD-2F82-C137-83D4-C498175DE95A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72" name="Oval 710">
                  <a:extLst>
                    <a:ext uri="{FF2B5EF4-FFF2-40B4-BE49-F238E27FC236}">
                      <a16:creationId xmlns:a16="http://schemas.microsoft.com/office/drawing/2014/main" id="{5AFE4DBD-E461-F95E-A18C-D9E0484D9BC1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73" name="Oval 711">
                  <a:extLst>
                    <a:ext uri="{FF2B5EF4-FFF2-40B4-BE49-F238E27FC236}">
                      <a16:creationId xmlns:a16="http://schemas.microsoft.com/office/drawing/2014/main" id="{72448BE0-AE77-20A8-1394-8A5D7F181E62}"/>
                    </a:ext>
                  </a:extLst>
                </p:cNvPr>
                <p:cNvSpPr/>
                <p:nvPr/>
              </p:nvSpPr>
              <p:spPr>
                <a:xfrm>
                  <a:off x="5655716" y="3124161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48" name="Agrupar 47">
                <a:extLst>
                  <a:ext uri="{FF2B5EF4-FFF2-40B4-BE49-F238E27FC236}">
                    <a16:creationId xmlns:a16="http://schemas.microsoft.com/office/drawing/2014/main" id="{C607F162-AC65-7B89-6308-B8D4D248D612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51" name="Imagem 50">
                  <a:extLst>
                    <a:ext uri="{FF2B5EF4-FFF2-40B4-BE49-F238E27FC236}">
                      <a16:creationId xmlns:a16="http://schemas.microsoft.com/office/drawing/2014/main" id="{95C8A738-5DC4-081E-7D08-01B86F957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2" name="Imagem 51">
                  <a:extLst>
                    <a:ext uri="{FF2B5EF4-FFF2-40B4-BE49-F238E27FC236}">
                      <a16:creationId xmlns:a16="http://schemas.microsoft.com/office/drawing/2014/main" id="{9395B733-4288-DD1B-9307-F35868390B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3" name="Imagem 52">
                  <a:extLst>
                    <a:ext uri="{FF2B5EF4-FFF2-40B4-BE49-F238E27FC236}">
                      <a16:creationId xmlns:a16="http://schemas.microsoft.com/office/drawing/2014/main" id="{72D0550F-F64A-CF17-A0F8-B7A35A5727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4" name="Imagem 53">
                  <a:extLst>
                    <a:ext uri="{FF2B5EF4-FFF2-40B4-BE49-F238E27FC236}">
                      <a16:creationId xmlns:a16="http://schemas.microsoft.com/office/drawing/2014/main" id="{70157FBC-38D3-C170-0493-35E48A075F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5" name="Imagem 54">
                  <a:extLst>
                    <a:ext uri="{FF2B5EF4-FFF2-40B4-BE49-F238E27FC236}">
                      <a16:creationId xmlns:a16="http://schemas.microsoft.com/office/drawing/2014/main" id="{AF5788BF-8EC1-F48C-0170-0309814228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56" name="Imagem 55">
                  <a:extLst>
                    <a:ext uri="{FF2B5EF4-FFF2-40B4-BE49-F238E27FC236}">
                      <a16:creationId xmlns:a16="http://schemas.microsoft.com/office/drawing/2014/main" id="{B898F5BC-D577-D581-C326-87A93277A6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0" name="Imagem 59">
                  <a:extLst>
                    <a:ext uri="{FF2B5EF4-FFF2-40B4-BE49-F238E27FC236}">
                      <a16:creationId xmlns:a16="http://schemas.microsoft.com/office/drawing/2014/main" id="{C1C20F20-73DE-3FCD-0EFA-16E7019B2B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4" name="Imagem 63">
                  <a:extLst>
                    <a:ext uri="{FF2B5EF4-FFF2-40B4-BE49-F238E27FC236}">
                      <a16:creationId xmlns:a16="http://schemas.microsoft.com/office/drawing/2014/main" id="{1C2D5703-CAE7-4E7C-5ECA-BE952CE717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5" name="Imagem 64">
                  <a:extLst>
                    <a:ext uri="{FF2B5EF4-FFF2-40B4-BE49-F238E27FC236}">
                      <a16:creationId xmlns:a16="http://schemas.microsoft.com/office/drawing/2014/main" id="{DC2F3B11-A292-2F62-B80E-AC18EE8EF9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6" name="Imagem 65">
                  <a:extLst>
                    <a:ext uri="{FF2B5EF4-FFF2-40B4-BE49-F238E27FC236}">
                      <a16:creationId xmlns:a16="http://schemas.microsoft.com/office/drawing/2014/main" id="{38438309-57F8-9345-C33A-E3EE8CDAEF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7" name="Imagem 66">
                  <a:extLst>
                    <a:ext uri="{FF2B5EF4-FFF2-40B4-BE49-F238E27FC236}">
                      <a16:creationId xmlns:a16="http://schemas.microsoft.com/office/drawing/2014/main" id="{0C8BE9E5-5248-EB7B-A1DC-44415FA75B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8" name="Imagem 67">
                  <a:extLst>
                    <a:ext uri="{FF2B5EF4-FFF2-40B4-BE49-F238E27FC236}">
                      <a16:creationId xmlns:a16="http://schemas.microsoft.com/office/drawing/2014/main" id="{DCBE82BD-CE8B-6E33-936F-9F67716F3F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69" name="Imagem 68">
                  <a:extLst>
                    <a:ext uri="{FF2B5EF4-FFF2-40B4-BE49-F238E27FC236}">
                      <a16:creationId xmlns:a16="http://schemas.microsoft.com/office/drawing/2014/main" id="{663EBF36-96A0-7216-0513-9622EF180F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70" name="Imagem 69">
                  <a:extLst>
                    <a:ext uri="{FF2B5EF4-FFF2-40B4-BE49-F238E27FC236}">
                      <a16:creationId xmlns:a16="http://schemas.microsoft.com/office/drawing/2014/main" id="{E3844590-3B45-7775-C091-E62E54EE8B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49" name="Oval 675">
                <a:extLst>
                  <a:ext uri="{FF2B5EF4-FFF2-40B4-BE49-F238E27FC236}">
                    <a16:creationId xmlns:a16="http://schemas.microsoft.com/office/drawing/2014/main" id="{A24106CF-172B-11E7-A9B3-623080BFA2FE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" name="Oval 676">
                <a:extLst>
                  <a:ext uri="{FF2B5EF4-FFF2-40B4-BE49-F238E27FC236}">
                    <a16:creationId xmlns:a16="http://schemas.microsoft.com/office/drawing/2014/main" id="{3F2D82A3-544F-AB31-CE8F-6E62845A7F08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9E5C8A1-83B9-59EC-312D-9D57AF20AE1E}"/>
                </a:ext>
              </a:extLst>
            </p:cNvPr>
            <p:cNvGrpSpPr/>
            <p:nvPr/>
          </p:nvGrpSpPr>
          <p:grpSpPr>
            <a:xfrm rot="16200000">
              <a:off x="1791741" y="284345"/>
              <a:ext cx="443973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26" name="Agrupar 25">
                <a:extLst>
                  <a:ext uri="{FF2B5EF4-FFF2-40B4-BE49-F238E27FC236}">
                    <a16:creationId xmlns:a16="http://schemas.microsoft.com/office/drawing/2014/main" id="{5E2C6B1B-5CD2-EC52-A215-A9645DAECC45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44" name="Retângulo: Cantos Arredondados 43">
                  <a:extLst>
                    <a:ext uri="{FF2B5EF4-FFF2-40B4-BE49-F238E27FC236}">
                      <a16:creationId xmlns:a16="http://schemas.microsoft.com/office/drawing/2014/main" id="{8AD12491-73BC-49E3-388C-2FAA893ABB21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5" name="Oval 710">
                  <a:extLst>
                    <a:ext uri="{FF2B5EF4-FFF2-40B4-BE49-F238E27FC236}">
                      <a16:creationId xmlns:a16="http://schemas.microsoft.com/office/drawing/2014/main" id="{FCD0D091-23C9-0199-3A63-16ACE18CD8CA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6" name="Oval 711">
                  <a:extLst>
                    <a:ext uri="{FF2B5EF4-FFF2-40B4-BE49-F238E27FC236}">
                      <a16:creationId xmlns:a16="http://schemas.microsoft.com/office/drawing/2014/main" id="{A0669B64-1F63-DEE5-DA0E-E2F74BB7B1B9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7" name="Agrupar 26">
                <a:extLst>
                  <a:ext uri="{FF2B5EF4-FFF2-40B4-BE49-F238E27FC236}">
                    <a16:creationId xmlns:a16="http://schemas.microsoft.com/office/drawing/2014/main" id="{CD40D665-B37B-EFEB-B6C6-0706B5954B09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30" name="Imagem 29">
                  <a:extLst>
                    <a:ext uri="{FF2B5EF4-FFF2-40B4-BE49-F238E27FC236}">
                      <a16:creationId xmlns:a16="http://schemas.microsoft.com/office/drawing/2014/main" id="{79D9FB5E-7AA0-FF59-A1B1-32DE3B8329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1" name="Imagem 30">
                  <a:extLst>
                    <a:ext uri="{FF2B5EF4-FFF2-40B4-BE49-F238E27FC236}">
                      <a16:creationId xmlns:a16="http://schemas.microsoft.com/office/drawing/2014/main" id="{ADA1E124-99BC-8A23-7381-5C6FE978F8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" name="Imagem 31">
                  <a:extLst>
                    <a:ext uri="{FF2B5EF4-FFF2-40B4-BE49-F238E27FC236}">
                      <a16:creationId xmlns:a16="http://schemas.microsoft.com/office/drawing/2014/main" id="{7387B064-0782-132B-3024-37B0E27B01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3" name="Imagem 32">
                  <a:extLst>
                    <a:ext uri="{FF2B5EF4-FFF2-40B4-BE49-F238E27FC236}">
                      <a16:creationId xmlns:a16="http://schemas.microsoft.com/office/drawing/2014/main" id="{0F0C8625-6E1A-59CF-A3DE-350227A487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4" name="Imagem 33">
                  <a:extLst>
                    <a:ext uri="{FF2B5EF4-FFF2-40B4-BE49-F238E27FC236}">
                      <a16:creationId xmlns:a16="http://schemas.microsoft.com/office/drawing/2014/main" id="{C037C321-1466-6237-0DD9-2E38575223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5" name="Imagem 34">
                  <a:extLst>
                    <a:ext uri="{FF2B5EF4-FFF2-40B4-BE49-F238E27FC236}">
                      <a16:creationId xmlns:a16="http://schemas.microsoft.com/office/drawing/2014/main" id="{FEC77510-82C4-0AF1-D02C-DDB68DAD33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6" name="Imagem 35">
                  <a:extLst>
                    <a:ext uri="{FF2B5EF4-FFF2-40B4-BE49-F238E27FC236}">
                      <a16:creationId xmlns:a16="http://schemas.microsoft.com/office/drawing/2014/main" id="{5D86FD4B-D9EC-0672-A00F-77FC0D8B61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7" name="Imagem 36">
                  <a:extLst>
                    <a:ext uri="{FF2B5EF4-FFF2-40B4-BE49-F238E27FC236}">
                      <a16:creationId xmlns:a16="http://schemas.microsoft.com/office/drawing/2014/main" id="{AD8F554A-B13F-6738-5F1B-757A5D7179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8" name="Imagem 37">
                  <a:extLst>
                    <a:ext uri="{FF2B5EF4-FFF2-40B4-BE49-F238E27FC236}">
                      <a16:creationId xmlns:a16="http://schemas.microsoft.com/office/drawing/2014/main" id="{A1AC0705-3C5F-80B7-5469-2F6DDEDAD1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9" name="Imagem 38">
                  <a:extLst>
                    <a:ext uri="{FF2B5EF4-FFF2-40B4-BE49-F238E27FC236}">
                      <a16:creationId xmlns:a16="http://schemas.microsoft.com/office/drawing/2014/main" id="{21BEB320-FCD8-327C-6A35-3A0BBE3322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40" name="Imagem 39">
                  <a:extLst>
                    <a:ext uri="{FF2B5EF4-FFF2-40B4-BE49-F238E27FC236}">
                      <a16:creationId xmlns:a16="http://schemas.microsoft.com/office/drawing/2014/main" id="{7F4ED836-EC4B-4EF7-100E-1F3403D5F7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41" name="Imagem 40">
                  <a:extLst>
                    <a:ext uri="{FF2B5EF4-FFF2-40B4-BE49-F238E27FC236}">
                      <a16:creationId xmlns:a16="http://schemas.microsoft.com/office/drawing/2014/main" id="{85EC68EC-B637-4A5E-E4C4-BE4F615D07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42" name="Imagem 41">
                  <a:extLst>
                    <a:ext uri="{FF2B5EF4-FFF2-40B4-BE49-F238E27FC236}">
                      <a16:creationId xmlns:a16="http://schemas.microsoft.com/office/drawing/2014/main" id="{6C1A5A9B-38AD-78FA-8862-9C1B659272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43" name="Imagem 42">
                  <a:extLst>
                    <a:ext uri="{FF2B5EF4-FFF2-40B4-BE49-F238E27FC236}">
                      <a16:creationId xmlns:a16="http://schemas.microsoft.com/office/drawing/2014/main" id="{1312FBF7-B28D-B98A-9837-CFE21E2C59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8" name="Oval 675">
                <a:extLst>
                  <a:ext uri="{FF2B5EF4-FFF2-40B4-BE49-F238E27FC236}">
                    <a16:creationId xmlns:a16="http://schemas.microsoft.com/office/drawing/2014/main" id="{5D153B90-2006-70CC-CB6A-7105146BCCD6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Oval 676">
                <a:extLst>
                  <a:ext uri="{FF2B5EF4-FFF2-40B4-BE49-F238E27FC236}">
                    <a16:creationId xmlns:a16="http://schemas.microsoft.com/office/drawing/2014/main" id="{457FF95C-DA38-4994-3020-3DC8965D1ABA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057914F0-835D-22B8-66F7-D5E6E77AF9DE}"/>
                </a:ext>
              </a:extLst>
            </p:cNvPr>
            <p:cNvSpPr/>
            <p:nvPr/>
          </p:nvSpPr>
          <p:spPr>
            <a:xfrm>
              <a:off x="1104440" y="1191849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30B80107-2B22-4790-11AC-111F18F352C9}"/>
                </a:ext>
              </a:extLst>
            </p:cNvPr>
            <p:cNvSpPr/>
            <p:nvPr/>
          </p:nvSpPr>
          <p:spPr>
            <a:xfrm>
              <a:off x="1109127" y="738912"/>
              <a:ext cx="1205264" cy="6619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46E21C54-18D9-8924-661A-129B31ED9F26}"/>
                </a:ext>
              </a:extLst>
            </p:cNvPr>
            <p:cNvSpPr/>
            <p:nvPr/>
          </p:nvSpPr>
          <p:spPr>
            <a:xfrm>
              <a:off x="1102284" y="277843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13A05A4E-6608-209E-B617-064D081E40D2}"/>
              </a:ext>
            </a:extLst>
          </p:cNvPr>
          <p:cNvGrpSpPr/>
          <p:nvPr/>
        </p:nvGrpSpPr>
        <p:grpSpPr>
          <a:xfrm rot="5400000">
            <a:off x="2398110" y="5098963"/>
            <a:ext cx="1212209" cy="998901"/>
            <a:chOff x="2370745" y="280076"/>
            <a:chExt cx="1212209" cy="998901"/>
          </a:xfrm>
        </p:grpSpPr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0F81B4B3-7839-31EA-FD7B-FF5C1A5FB662}"/>
                </a:ext>
              </a:extLst>
            </p:cNvPr>
            <p:cNvGrpSpPr/>
            <p:nvPr/>
          </p:nvGrpSpPr>
          <p:grpSpPr>
            <a:xfrm rot="16200000">
              <a:off x="2472534" y="290148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280" name="Agrupar 279">
                <a:extLst>
                  <a:ext uri="{FF2B5EF4-FFF2-40B4-BE49-F238E27FC236}">
                    <a16:creationId xmlns:a16="http://schemas.microsoft.com/office/drawing/2014/main" id="{DA2EEA49-9E70-64E9-148C-57B77F08AC3B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353" name="Retângulo: Cantos Arredondados 352">
                  <a:extLst>
                    <a:ext uri="{FF2B5EF4-FFF2-40B4-BE49-F238E27FC236}">
                      <a16:creationId xmlns:a16="http://schemas.microsoft.com/office/drawing/2014/main" id="{963E4FC2-370E-A72B-A5B0-BBDDC0642654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54" name="Oval 710">
                  <a:extLst>
                    <a:ext uri="{FF2B5EF4-FFF2-40B4-BE49-F238E27FC236}">
                      <a16:creationId xmlns:a16="http://schemas.microsoft.com/office/drawing/2014/main" id="{3205710D-B3A0-34C9-FAE7-1C586871D1B2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5" name="Oval 711">
                  <a:extLst>
                    <a:ext uri="{FF2B5EF4-FFF2-40B4-BE49-F238E27FC236}">
                      <a16:creationId xmlns:a16="http://schemas.microsoft.com/office/drawing/2014/main" id="{04955427-498B-75C0-143A-19BB1493D19D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281" name="Agrupar 280">
                <a:extLst>
                  <a:ext uri="{FF2B5EF4-FFF2-40B4-BE49-F238E27FC236}">
                    <a16:creationId xmlns:a16="http://schemas.microsoft.com/office/drawing/2014/main" id="{2A3837F9-561C-94A8-B644-4140F656DB0D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84" name="Imagem 283">
                  <a:extLst>
                    <a:ext uri="{FF2B5EF4-FFF2-40B4-BE49-F238E27FC236}">
                      <a16:creationId xmlns:a16="http://schemas.microsoft.com/office/drawing/2014/main" id="{8B97ADF9-7CE1-2E1C-80C3-D0B0FDDD72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85" name="Imagem 284">
                  <a:extLst>
                    <a:ext uri="{FF2B5EF4-FFF2-40B4-BE49-F238E27FC236}">
                      <a16:creationId xmlns:a16="http://schemas.microsoft.com/office/drawing/2014/main" id="{E7CF5534-0EA1-5FB7-50AB-DB4FFC3C97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86" name="Imagem 285">
                  <a:extLst>
                    <a:ext uri="{FF2B5EF4-FFF2-40B4-BE49-F238E27FC236}">
                      <a16:creationId xmlns:a16="http://schemas.microsoft.com/office/drawing/2014/main" id="{C41588D8-AF2F-F5B8-087D-31D71C0D1F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87" name="Imagem 286">
                  <a:extLst>
                    <a:ext uri="{FF2B5EF4-FFF2-40B4-BE49-F238E27FC236}">
                      <a16:creationId xmlns:a16="http://schemas.microsoft.com/office/drawing/2014/main" id="{754F3EFB-82D8-5BD8-2AF6-F7C6F3A625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89" name="Imagem 288">
                  <a:extLst>
                    <a:ext uri="{FF2B5EF4-FFF2-40B4-BE49-F238E27FC236}">
                      <a16:creationId xmlns:a16="http://schemas.microsoft.com/office/drawing/2014/main" id="{A2F6786A-47AD-07EB-C3D7-5CE10766FA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90" name="Imagem 289">
                  <a:extLst>
                    <a:ext uri="{FF2B5EF4-FFF2-40B4-BE49-F238E27FC236}">
                      <a16:creationId xmlns:a16="http://schemas.microsoft.com/office/drawing/2014/main" id="{0B146636-0753-CB93-AA4D-180AC3BD85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91" name="Imagem 290">
                  <a:extLst>
                    <a:ext uri="{FF2B5EF4-FFF2-40B4-BE49-F238E27FC236}">
                      <a16:creationId xmlns:a16="http://schemas.microsoft.com/office/drawing/2014/main" id="{B469C100-9B32-8227-46CD-534D354803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92" name="Imagem 291">
                  <a:extLst>
                    <a:ext uri="{FF2B5EF4-FFF2-40B4-BE49-F238E27FC236}">
                      <a16:creationId xmlns:a16="http://schemas.microsoft.com/office/drawing/2014/main" id="{9FA37255-18EF-126C-577B-BDC5B7BD46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16" name="Imagem 315">
                  <a:extLst>
                    <a:ext uri="{FF2B5EF4-FFF2-40B4-BE49-F238E27FC236}">
                      <a16:creationId xmlns:a16="http://schemas.microsoft.com/office/drawing/2014/main" id="{B068BBBD-EFA2-711B-7CDD-A50232B978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20" name="Imagem 319">
                  <a:extLst>
                    <a:ext uri="{FF2B5EF4-FFF2-40B4-BE49-F238E27FC236}">
                      <a16:creationId xmlns:a16="http://schemas.microsoft.com/office/drawing/2014/main" id="{09A9FA7F-F3B8-135B-DF3B-4228F504B6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40" name="Imagem 339">
                  <a:extLst>
                    <a:ext uri="{FF2B5EF4-FFF2-40B4-BE49-F238E27FC236}">
                      <a16:creationId xmlns:a16="http://schemas.microsoft.com/office/drawing/2014/main" id="{9BD27748-39D2-9218-999A-B2EA8BE9E2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41" name="Imagem 340">
                  <a:extLst>
                    <a:ext uri="{FF2B5EF4-FFF2-40B4-BE49-F238E27FC236}">
                      <a16:creationId xmlns:a16="http://schemas.microsoft.com/office/drawing/2014/main" id="{1361A7BF-F085-D0D8-5F6F-9732D0C847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45" name="Imagem 344">
                  <a:extLst>
                    <a:ext uri="{FF2B5EF4-FFF2-40B4-BE49-F238E27FC236}">
                      <a16:creationId xmlns:a16="http://schemas.microsoft.com/office/drawing/2014/main" id="{5D54D93E-C6ED-89F7-F0B2-CC574497CD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352" name="Imagem 351">
                  <a:extLst>
                    <a:ext uri="{FF2B5EF4-FFF2-40B4-BE49-F238E27FC236}">
                      <a16:creationId xmlns:a16="http://schemas.microsoft.com/office/drawing/2014/main" id="{E5CD43F0-6321-4AB8-851E-49D66BE231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82" name="Oval 675">
                <a:extLst>
                  <a:ext uri="{FF2B5EF4-FFF2-40B4-BE49-F238E27FC236}">
                    <a16:creationId xmlns:a16="http://schemas.microsoft.com/office/drawing/2014/main" id="{0F883885-5F5F-72A2-48A7-7BFB49798F69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83" name="Oval 676">
                <a:extLst>
                  <a:ext uri="{FF2B5EF4-FFF2-40B4-BE49-F238E27FC236}">
                    <a16:creationId xmlns:a16="http://schemas.microsoft.com/office/drawing/2014/main" id="{989B10EB-B08B-51C1-BB38-C66949B04828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E6686C70-9409-22FC-1F83-04A9822778C3}"/>
                </a:ext>
              </a:extLst>
            </p:cNvPr>
            <p:cNvGrpSpPr/>
            <p:nvPr/>
          </p:nvGrpSpPr>
          <p:grpSpPr>
            <a:xfrm rot="16200000">
              <a:off x="3060537" y="743215"/>
              <a:ext cx="443971" cy="526627"/>
              <a:chOff x="2294843" y="784451"/>
              <a:chExt cx="3791374" cy="5020547"/>
            </a:xfrm>
            <a:solidFill>
              <a:srgbClr val="ED7D31"/>
            </a:solidFill>
          </p:grpSpPr>
          <p:grpSp>
            <p:nvGrpSpPr>
              <p:cNvPr id="256" name="Agrupar 255">
                <a:extLst>
                  <a:ext uri="{FF2B5EF4-FFF2-40B4-BE49-F238E27FC236}">
                    <a16:creationId xmlns:a16="http://schemas.microsoft.com/office/drawing/2014/main" id="{0E35BB81-6632-6E31-7972-7596581BDD12}"/>
                  </a:ext>
                </a:extLst>
              </p:cNvPr>
              <p:cNvGrpSpPr/>
              <p:nvPr/>
            </p:nvGrpSpPr>
            <p:grpSpPr>
              <a:xfrm>
                <a:off x="2294843" y="784451"/>
                <a:ext cx="3791374" cy="5020547"/>
                <a:chOff x="2296348" y="784461"/>
                <a:chExt cx="3791365" cy="5020584"/>
              </a:xfrm>
              <a:grpFill/>
            </p:grpSpPr>
            <p:sp>
              <p:nvSpPr>
                <p:cNvPr id="277" name="Retângulo: Cantos Arredondados 276">
                  <a:extLst>
                    <a:ext uri="{FF2B5EF4-FFF2-40B4-BE49-F238E27FC236}">
                      <a16:creationId xmlns:a16="http://schemas.microsoft.com/office/drawing/2014/main" id="{D5E83DE0-6980-CC5C-7DFB-09C61329F889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78" name="Oval 710">
                  <a:extLst>
                    <a:ext uri="{FF2B5EF4-FFF2-40B4-BE49-F238E27FC236}">
                      <a16:creationId xmlns:a16="http://schemas.microsoft.com/office/drawing/2014/main" id="{A23163C1-B36F-5520-0D45-0B20C6F3A6F3}"/>
                    </a:ext>
                  </a:extLst>
                </p:cNvPr>
                <p:cNvSpPr/>
                <p:nvPr/>
              </p:nvSpPr>
              <p:spPr>
                <a:xfrm>
                  <a:off x="2296348" y="3078744"/>
                  <a:ext cx="431996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9" name="Oval 711">
                  <a:extLst>
                    <a:ext uri="{FF2B5EF4-FFF2-40B4-BE49-F238E27FC236}">
                      <a16:creationId xmlns:a16="http://schemas.microsoft.com/office/drawing/2014/main" id="{6936756E-86C3-BB4E-2629-DDD44C70C37F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57" name="Agrupar 256">
                <a:extLst>
                  <a:ext uri="{FF2B5EF4-FFF2-40B4-BE49-F238E27FC236}">
                    <a16:creationId xmlns:a16="http://schemas.microsoft.com/office/drawing/2014/main" id="{64D99E11-F002-23DA-7CD2-252377895991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60" name="Imagem 259">
                  <a:extLst>
                    <a:ext uri="{FF2B5EF4-FFF2-40B4-BE49-F238E27FC236}">
                      <a16:creationId xmlns:a16="http://schemas.microsoft.com/office/drawing/2014/main" id="{FC9604BC-2874-680C-8A17-9BD3116B59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1" name="Imagem 260">
                  <a:extLst>
                    <a:ext uri="{FF2B5EF4-FFF2-40B4-BE49-F238E27FC236}">
                      <a16:creationId xmlns:a16="http://schemas.microsoft.com/office/drawing/2014/main" id="{9A7A304B-E104-D0CE-E69B-E053BEBD7F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2" name="Imagem 261">
                  <a:extLst>
                    <a:ext uri="{FF2B5EF4-FFF2-40B4-BE49-F238E27FC236}">
                      <a16:creationId xmlns:a16="http://schemas.microsoft.com/office/drawing/2014/main" id="{1E7FC738-DD52-B786-5B7E-64E2F32F94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3" name="Imagem 262">
                  <a:extLst>
                    <a:ext uri="{FF2B5EF4-FFF2-40B4-BE49-F238E27FC236}">
                      <a16:creationId xmlns:a16="http://schemas.microsoft.com/office/drawing/2014/main" id="{7D198B7B-CED3-DA10-2E62-F4E2D5353C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4" name="Imagem 263">
                  <a:extLst>
                    <a:ext uri="{FF2B5EF4-FFF2-40B4-BE49-F238E27FC236}">
                      <a16:creationId xmlns:a16="http://schemas.microsoft.com/office/drawing/2014/main" id="{A16D7CA6-A097-B499-A5B7-BC89ED6503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5" name="Imagem 264">
                  <a:extLst>
                    <a:ext uri="{FF2B5EF4-FFF2-40B4-BE49-F238E27FC236}">
                      <a16:creationId xmlns:a16="http://schemas.microsoft.com/office/drawing/2014/main" id="{7B2B6D18-640A-D523-397C-77F14CFB6E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6" name="Imagem 265">
                  <a:extLst>
                    <a:ext uri="{FF2B5EF4-FFF2-40B4-BE49-F238E27FC236}">
                      <a16:creationId xmlns:a16="http://schemas.microsoft.com/office/drawing/2014/main" id="{C12F5111-A303-CABA-236B-E384C5C971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7" name="Imagem 266">
                  <a:extLst>
                    <a:ext uri="{FF2B5EF4-FFF2-40B4-BE49-F238E27FC236}">
                      <a16:creationId xmlns:a16="http://schemas.microsoft.com/office/drawing/2014/main" id="{7D2EE8AF-47FE-28E0-D39B-DE41A01216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8" name="Imagem 267">
                  <a:extLst>
                    <a:ext uri="{FF2B5EF4-FFF2-40B4-BE49-F238E27FC236}">
                      <a16:creationId xmlns:a16="http://schemas.microsoft.com/office/drawing/2014/main" id="{6F22E59B-596E-1544-3B01-03F62F3F26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69" name="Imagem 268">
                  <a:extLst>
                    <a:ext uri="{FF2B5EF4-FFF2-40B4-BE49-F238E27FC236}">
                      <a16:creationId xmlns:a16="http://schemas.microsoft.com/office/drawing/2014/main" id="{F9638052-CEB4-4EFA-48E0-364E52EBD7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73" name="Imagem 272">
                  <a:extLst>
                    <a:ext uri="{FF2B5EF4-FFF2-40B4-BE49-F238E27FC236}">
                      <a16:creationId xmlns:a16="http://schemas.microsoft.com/office/drawing/2014/main" id="{A0EE2FA8-B9F6-9D62-0C0C-98417ECF92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74" name="Imagem 273">
                  <a:extLst>
                    <a:ext uri="{FF2B5EF4-FFF2-40B4-BE49-F238E27FC236}">
                      <a16:creationId xmlns:a16="http://schemas.microsoft.com/office/drawing/2014/main" id="{C1D96DC2-73F3-CAB7-060C-B4DAE626E0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75" name="Imagem 274">
                  <a:extLst>
                    <a:ext uri="{FF2B5EF4-FFF2-40B4-BE49-F238E27FC236}">
                      <a16:creationId xmlns:a16="http://schemas.microsoft.com/office/drawing/2014/main" id="{98255C0F-82BB-8E65-71ED-4695A311F3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76" name="Imagem 275">
                  <a:extLst>
                    <a:ext uri="{FF2B5EF4-FFF2-40B4-BE49-F238E27FC236}">
                      <a16:creationId xmlns:a16="http://schemas.microsoft.com/office/drawing/2014/main" id="{EC8E1C64-D8B5-DEC0-481A-1854BD2008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58" name="Oval 675">
                <a:extLst>
                  <a:ext uri="{FF2B5EF4-FFF2-40B4-BE49-F238E27FC236}">
                    <a16:creationId xmlns:a16="http://schemas.microsoft.com/office/drawing/2014/main" id="{13E92501-4133-4B95-6363-F60634DABD2A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9" name="Oval 676">
                <a:extLst>
                  <a:ext uri="{FF2B5EF4-FFF2-40B4-BE49-F238E27FC236}">
                    <a16:creationId xmlns:a16="http://schemas.microsoft.com/office/drawing/2014/main" id="{2B44005E-F81B-90CC-3B0A-64412C773355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935" name="Agrupar 1934">
              <a:extLst>
                <a:ext uri="{FF2B5EF4-FFF2-40B4-BE49-F238E27FC236}">
                  <a16:creationId xmlns:a16="http://schemas.microsoft.com/office/drawing/2014/main" id="{443589FE-D60D-AC42-08E7-7685CF232F7F}"/>
                </a:ext>
              </a:extLst>
            </p:cNvPr>
            <p:cNvGrpSpPr/>
            <p:nvPr/>
          </p:nvGrpSpPr>
          <p:grpSpPr>
            <a:xfrm rot="16200000">
              <a:off x="2472536" y="743209"/>
              <a:ext cx="443974" cy="526627"/>
              <a:chOff x="2294839" y="784451"/>
              <a:chExt cx="3791378" cy="5020547"/>
            </a:xfrm>
            <a:solidFill>
              <a:srgbClr val="ED7D31"/>
            </a:solidFill>
          </p:grpSpPr>
          <p:grpSp>
            <p:nvGrpSpPr>
              <p:cNvPr id="206" name="Agrupar 205">
                <a:extLst>
                  <a:ext uri="{FF2B5EF4-FFF2-40B4-BE49-F238E27FC236}">
                    <a16:creationId xmlns:a16="http://schemas.microsoft.com/office/drawing/2014/main" id="{9EAABD3D-5982-4F45-4BCF-EE19A53BC0C8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232" name="Retângulo: Cantos Arredondados 231">
                  <a:extLst>
                    <a:ext uri="{FF2B5EF4-FFF2-40B4-BE49-F238E27FC236}">
                      <a16:creationId xmlns:a16="http://schemas.microsoft.com/office/drawing/2014/main" id="{EFE9FA32-57F0-AB79-C763-C8438DD41763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33" name="Oval 710">
                  <a:extLst>
                    <a:ext uri="{FF2B5EF4-FFF2-40B4-BE49-F238E27FC236}">
                      <a16:creationId xmlns:a16="http://schemas.microsoft.com/office/drawing/2014/main" id="{0FA9BE09-955F-1068-F460-00CDF794BFA5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7" name="Oval 711">
                  <a:extLst>
                    <a:ext uri="{FF2B5EF4-FFF2-40B4-BE49-F238E27FC236}">
                      <a16:creationId xmlns:a16="http://schemas.microsoft.com/office/drawing/2014/main" id="{0D1AC752-3A22-A9C0-401D-7760AD81B10E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07" name="Agrupar 206">
                <a:extLst>
                  <a:ext uri="{FF2B5EF4-FFF2-40B4-BE49-F238E27FC236}">
                    <a16:creationId xmlns:a16="http://schemas.microsoft.com/office/drawing/2014/main" id="{EC2C4074-AFA9-D9AE-45BA-F2A5B71C5D35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210" name="Imagem 209">
                  <a:extLst>
                    <a:ext uri="{FF2B5EF4-FFF2-40B4-BE49-F238E27FC236}">
                      <a16:creationId xmlns:a16="http://schemas.microsoft.com/office/drawing/2014/main" id="{8BB2FF73-BF07-3963-2D62-29FB4269DA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1" name="Imagem 210">
                  <a:extLst>
                    <a:ext uri="{FF2B5EF4-FFF2-40B4-BE49-F238E27FC236}">
                      <a16:creationId xmlns:a16="http://schemas.microsoft.com/office/drawing/2014/main" id="{621AB895-E5BC-F1C2-7749-AA8965754E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2" name="Imagem 211">
                  <a:extLst>
                    <a:ext uri="{FF2B5EF4-FFF2-40B4-BE49-F238E27FC236}">
                      <a16:creationId xmlns:a16="http://schemas.microsoft.com/office/drawing/2014/main" id="{EC2190A1-BC99-9483-35B2-09B7C2DE15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3" name="Imagem 212">
                  <a:extLst>
                    <a:ext uri="{FF2B5EF4-FFF2-40B4-BE49-F238E27FC236}">
                      <a16:creationId xmlns:a16="http://schemas.microsoft.com/office/drawing/2014/main" id="{C9B8C66C-269D-3BF2-0466-DA3D6A207B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4" name="Imagem 213">
                  <a:extLst>
                    <a:ext uri="{FF2B5EF4-FFF2-40B4-BE49-F238E27FC236}">
                      <a16:creationId xmlns:a16="http://schemas.microsoft.com/office/drawing/2014/main" id="{3517D2D7-7CE8-3D9F-0546-2F873D95F2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5" name="Imagem 214">
                  <a:extLst>
                    <a:ext uri="{FF2B5EF4-FFF2-40B4-BE49-F238E27FC236}">
                      <a16:creationId xmlns:a16="http://schemas.microsoft.com/office/drawing/2014/main" id="{5103596D-55C9-F6D1-FBBB-998F1D80C3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6" name="Imagem 215">
                  <a:extLst>
                    <a:ext uri="{FF2B5EF4-FFF2-40B4-BE49-F238E27FC236}">
                      <a16:creationId xmlns:a16="http://schemas.microsoft.com/office/drawing/2014/main" id="{CB14A1EC-7887-6BBD-C4E2-7E49EA527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7" name="Imagem 216">
                  <a:extLst>
                    <a:ext uri="{FF2B5EF4-FFF2-40B4-BE49-F238E27FC236}">
                      <a16:creationId xmlns:a16="http://schemas.microsoft.com/office/drawing/2014/main" id="{4C91697C-CD61-5ED8-89E3-7BFC9C166D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8" name="Imagem 217">
                  <a:extLst>
                    <a:ext uri="{FF2B5EF4-FFF2-40B4-BE49-F238E27FC236}">
                      <a16:creationId xmlns:a16="http://schemas.microsoft.com/office/drawing/2014/main" id="{C67C6337-964F-800E-68E0-A6A283F83B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19" name="Imagem 218">
                  <a:extLst>
                    <a:ext uri="{FF2B5EF4-FFF2-40B4-BE49-F238E27FC236}">
                      <a16:creationId xmlns:a16="http://schemas.microsoft.com/office/drawing/2014/main" id="{FCD77ACB-7FC7-C581-E069-2425EF740C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0" name="Imagem 219">
                  <a:extLst>
                    <a:ext uri="{FF2B5EF4-FFF2-40B4-BE49-F238E27FC236}">
                      <a16:creationId xmlns:a16="http://schemas.microsoft.com/office/drawing/2014/main" id="{D9D77312-8C70-8A3C-B624-3B13FEE4A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1" name="Imagem 220">
                  <a:extLst>
                    <a:ext uri="{FF2B5EF4-FFF2-40B4-BE49-F238E27FC236}">
                      <a16:creationId xmlns:a16="http://schemas.microsoft.com/office/drawing/2014/main" id="{3DB8F859-0BE5-DA55-255D-BC668CD8D0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2" name="Imagem 221">
                  <a:extLst>
                    <a:ext uri="{FF2B5EF4-FFF2-40B4-BE49-F238E27FC236}">
                      <a16:creationId xmlns:a16="http://schemas.microsoft.com/office/drawing/2014/main" id="{19378C53-4ECA-ADD9-1F2D-7773CCF9FE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223" name="Imagem 222">
                  <a:extLst>
                    <a:ext uri="{FF2B5EF4-FFF2-40B4-BE49-F238E27FC236}">
                      <a16:creationId xmlns:a16="http://schemas.microsoft.com/office/drawing/2014/main" id="{043AA389-EBB9-3665-91EF-9839508ECF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08" name="Oval 675">
                <a:extLst>
                  <a:ext uri="{FF2B5EF4-FFF2-40B4-BE49-F238E27FC236}">
                    <a16:creationId xmlns:a16="http://schemas.microsoft.com/office/drawing/2014/main" id="{D2D5715C-3661-73D9-1B14-1186F7566A0D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" name="Oval 676">
                <a:extLst>
                  <a:ext uri="{FF2B5EF4-FFF2-40B4-BE49-F238E27FC236}">
                    <a16:creationId xmlns:a16="http://schemas.microsoft.com/office/drawing/2014/main" id="{E32EF4DF-6CC1-32EA-771F-22529EFADD2B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936" name="Agrupar 1935">
              <a:extLst>
                <a:ext uri="{FF2B5EF4-FFF2-40B4-BE49-F238E27FC236}">
                  <a16:creationId xmlns:a16="http://schemas.microsoft.com/office/drawing/2014/main" id="{73B98DD1-BD75-E998-700E-CBE630F5A870}"/>
                </a:ext>
              </a:extLst>
            </p:cNvPr>
            <p:cNvGrpSpPr/>
            <p:nvPr/>
          </p:nvGrpSpPr>
          <p:grpSpPr>
            <a:xfrm rot="16200000">
              <a:off x="3060536" y="290157"/>
              <a:ext cx="443972" cy="526627"/>
              <a:chOff x="2294839" y="784451"/>
              <a:chExt cx="3791378" cy="5020547"/>
            </a:xfrm>
            <a:solidFill>
              <a:srgbClr val="FFFF00"/>
            </a:solidFill>
          </p:grpSpPr>
          <p:grpSp>
            <p:nvGrpSpPr>
              <p:cNvPr id="1940" name="Agrupar 1939">
                <a:extLst>
                  <a:ext uri="{FF2B5EF4-FFF2-40B4-BE49-F238E27FC236}">
                    <a16:creationId xmlns:a16="http://schemas.microsoft.com/office/drawing/2014/main" id="{F6A8D879-6008-00ED-D3CA-5BFDF7425625}"/>
                  </a:ext>
                </a:extLst>
              </p:cNvPr>
              <p:cNvGrpSpPr/>
              <p:nvPr/>
            </p:nvGrpSpPr>
            <p:grpSpPr>
              <a:xfrm>
                <a:off x="2294839" y="784451"/>
                <a:ext cx="3791378" cy="5020547"/>
                <a:chOff x="2296344" y="784461"/>
                <a:chExt cx="3791369" cy="5020584"/>
              </a:xfrm>
              <a:grpFill/>
            </p:grpSpPr>
            <p:sp>
              <p:nvSpPr>
                <p:cNvPr id="195" name="Retângulo: Cantos Arredondados 194">
                  <a:extLst>
                    <a:ext uri="{FF2B5EF4-FFF2-40B4-BE49-F238E27FC236}">
                      <a16:creationId xmlns:a16="http://schemas.microsoft.com/office/drawing/2014/main" id="{AF97AB29-3090-C872-0566-8D90AEDC6E89}"/>
                    </a:ext>
                  </a:extLst>
                </p:cNvPr>
                <p:cNvSpPr/>
                <p:nvPr/>
              </p:nvSpPr>
              <p:spPr>
                <a:xfrm>
                  <a:off x="2596234" y="784461"/>
                  <a:ext cx="3191589" cy="5020584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96" name="Oval 710">
                  <a:extLst>
                    <a:ext uri="{FF2B5EF4-FFF2-40B4-BE49-F238E27FC236}">
                      <a16:creationId xmlns:a16="http://schemas.microsoft.com/office/drawing/2014/main" id="{CB6AE786-28B1-3BC4-26E2-EE1B506662DA}"/>
                    </a:ext>
                  </a:extLst>
                </p:cNvPr>
                <p:cNvSpPr/>
                <p:nvPr/>
              </p:nvSpPr>
              <p:spPr>
                <a:xfrm>
                  <a:off x="2296344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7" name="Oval 711">
                  <a:extLst>
                    <a:ext uri="{FF2B5EF4-FFF2-40B4-BE49-F238E27FC236}">
                      <a16:creationId xmlns:a16="http://schemas.microsoft.com/office/drawing/2014/main" id="{4D62CEC5-704D-83AE-3B35-6529DBEAA792}"/>
                    </a:ext>
                  </a:extLst>
                </p:cNvPr>
                <p:cNvSpPr/>
                <p:nvPr/>
              </p:nvSpPr>
              <p:spPr>
                <a:xfrm>
                  <a:off x="5655713" y="3078753"/>
                  <a:ext cx="432000" cy="432000"/>
                </a:xfrm>
                <a:prstGeom prst="ellipse">
                  <a:avLst/>
                </a:prstGeom>
                <a:solidFill>
                  <a:srgbClr val="D9D9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941" name="Agrupar 1940">
                <a:extLst>
                  <a:ext uri="{FF2B5EF4-FFF2-40B4-BE49-F238E27FC236}">
                    <a16:creationId xmlns:a16="http://schemas.microsoft.com/office/drawing/2014/main" id="{85A9BC46-3495-4323-45DF-9AF924072573}"/>
                  </a:ext>
                </a:extLst>
              </p:cNvPr>
              <p:cNvGrpSpPr/>
              <p:nvPr/>
            </p:nvGrpSpPr>
            <p:grpSpPr>
              <a:xfrm>
                <a:off x="2844091" y="1085374"/>
                <a:ext cx="2687251" cy="4395117"/>
                <a:chOff x="2844086" y="1085383"/>
                <a:chExt cx="2687247" cy="4395153"/>
              </a:xfrm>
              <a:grpFill/>
            </p:grpSpPr>
            <p:pic>
              <p:nvPicPr>
                <p:cNvPr id="1944" name="Imagem 1943">
                  <a:extLst>
                    <a:ext uri="{FF2B5EF4-FFF2-40B4-BE49-F238E27FC236}">
                      <a16:creationId xmlns:a16="http://schemas.microsoft.com/office/drawing/2014/main" id="{3EA320E0-1CB8-08EF-56BF-78A683971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45" name="Imagem 1944">
                  <a:extLst>
                    <a:ext uri="{FF2B5EF4-FFF2-40B4-BE49-F238E27FC236}">
                      <a16:creationId xmlns:a16="http://schemas.microsoft.com/office/drawing/2014/main" id="{48955CF0-BDAD-EEF8-C611-3867B3A8C9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46" name="Imagem 1945">
                  <a:extLst>
                    <a:ext uri="{FF2B5EF4-FFF2-40B4-BE49-F238E27FC236}">
                      <a16:creationId xmlns:a16="http://schemas.microsoft.com/office/drawing/2014/main" id="{60277A4F-45A1-F063-DA14-5C9BC5848E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47" name="Imagem 1946">
                  <a:extLst>
                    <a:ext uri="{FF2B5EF4-FFF2-40B4-BE49-F238E27FC236}">
                      <a16:creationId xmlns:a16="http://schemas.microsoft.com/office/drawing/2014/main" id="{E638F566-6FD0-CD70-2A97-03A71CEC04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48" name="Imagem 1947">
                  <a:extLst>
                    <a:ext uri="{FF2B5EF4-FFF2-40B4-BE49-F238E27FC236}">
                      <a16:creationId xmlns:a16="http://schemas.microsoft.com/office/drawing/2014/main" id="{74BF802C-519B-754C-BDB1-B70380BDEA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49" name="Imagem 1948">
                  <a:extLst>
                    <a:ext uri="{FF2B5EF4-FFF2-40B4-BE49-F238E27FC236}">
                      <a16:creationId xmlns:a16="http://schemas.microsoft.com/office/drawing/2014/main" id="{C7065D87-1D51-9209-42F7-A35496FA63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0" name="Imagem 1949">
                  <a:extLst>
                    <a:ext uri="{FF2B5EF4-FFF2-40B4-BE49-F238E27FC236}">
                      <a16:creationId xmlns:a16="http://schemas.microsoft.com/office/drawing/2014/main" id="{DB129DC5-36DA-3F51-9880-D6B763A280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51" name="Imagem 1950">
                  <a:extLst>
                    <a:ext uri="{FF2B5EF4-FFF2-40B4-BE49-F238E27FC236}">
                      <a16:creationId xmlns:a16="http://schemas.microsoft.com/office/drawing/2014/main" id="{31DB318C-2FF7-AC02-7D5F-625C4067A5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7" name="Imagem 1966">
                  <a:extLst>
                    <a:ext uri="{FF2B5EF4-FFF2-40B4-BE49-F238E27FC236}">
                      <a16:creationId xmlns:a16="http://schemas.microsoft.com/office/drawing/2014/main" id="{106B3587-50D4-08A3-0B0C-5AAC1F97F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68" name="Imagem 1967">
                  <a:extLst>
                    <a:ext uri="{FF2B5EF4-FFF2-40B4-BE49-F238E27FC236}">
                      <a16:creationId xmlns:a16="http://schemas.microsoft.com/office/drawing/2014/main" id="{B8759510-2D5A-0941-D01C-E01C20CD7F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72" name="Imagem 1971">
                  <a:extLst>
                    <a:ext uri="{FF2B5EF4-FFF2-40B4-BE49-F238E27FC236}">
                      <a16:creationId xmlns:a16="http://schemas.microsoft.com/office/drawing/2014/main" id="{A9350DA2-0877-F9FC-7C06-79A808F34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2" name="Imagem 191">
                  <a:extLst>
                    <a:ext uri="{FF2B5EF4-FFF2-40B4-BE49-F238E27FC236}">
                      <a16:creationId xmlns:a16="http://schemas.microsoft.com/office/drawing/2014/main" id="{F6B17C1D-C7E8-1539-D5E8-FFA8B712D5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3" name="Imagem 192">
                  <a:extLst>
                    <a:ext uri="{FF2B5EF4-FFF2-40B4-BE49-F238E27FC236}">
                      <a16:creationId xmlns:a16="http://schemas.microsoft.com/office/drawing/2014/main" id="{231F7EA0-B8E6-9145-7096-40428E56C1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4" y="4165409"/>
                  <a:ext cx="969591" cy="540000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94" name="Imagem 193">
                  <a:extLst>
                    <a:ext uri="{FF2B5EF4-FFF2-40B4-BE49-F238E27FC236}">
                      <a16:creationId xmlns:a16="http://schemas.microsoft.com/office/drawing/2014/main" id="{7F2A1036-6DB2-B298-F8F7-385DC0E3DC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61738" y="3391084"/>
                  <a:ext cx="969595" cy="540002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1942" name="Oval 675">
                <a:extLst>
                  <a:ext uri="{FF2B5EF4-FFF2-40B4-BE49-F238E27FC236}">
                    <a16:creationId xmlns:a16="http://schemas.microsoft.com/office/drawing/2014/main" id="{2395F469-B570-EF73-B997-0AD4B3B622A7}"/>
                  </a:ext>
                </a:extLst>
              </p:cNvPr>
              <p:cNvSpPr/>
              <p:nvPr/>
            </p:nvSpPr>
            <p:spPr>
              <a:xfrm>
                <a:off x="4014779" y="3112507"/>
                <a:ext cx="360000" cy="35999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43" name="Oval 676">
                <a:extLst>
                  <a:ext uri="{FF2B5EF4-FFF2-40B4-BE49-F238E27FC236}">
                    <a16:creationId xmlns:a16="http://schemas.microsoft.com/office/drawing/2014/main" id="{C39C6AFC-F7DA-C666-5CF0-7BA26642F1A1}"/>
                  </a:ext>
                </a:extLst>
              </p:cNvPr>
              <p:cNvSpPr/>
              <p:nvPr/>
            </p:nvSpPr>
            <p:spPr>
              <a:xfrm>
                <a:off x="4154463" y="3256531"/>
                <a:ext cx="72000" cy="7199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1937" name="Retângulo 1936">
              <a:extLst>
                <a:ext uri="{FF2B5EF4-FFF2-40B4-BE49-F238E27FC236}">
                  <a16:creationId xmlns:a16="http://schemas.microsoft.com/office/drawing/2014/main" id="{718A44CB-5B05-097C-635E-4F0C9C81BC5E}"/>
                </a:ext>
              </a:extLst>
            </p:cNvPr>
            <p:cNvSpPr/>
            <p:nvPr/>
          </p:nvSpPr>
          <p:spPr>
            <a:xfrm>
              <a:off x="2377690" y="1201478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38" name="Retângulo 1937">
              <a:extLst>
                <a:ext uri="{FF2B5EF4-FFF2-40B4-BE49-F238E27FC236}">
                  <a16:creationId xmlns:a16="http://schemas.microsoft.com/office/drawing/2014/main" id="{DE536114-8C5E-F832-2B86-13D79846F3FE}"/>
                </a:ext>
              </a:extLst>
            </p:cNvPr>
            <p:cNvSpPr/>
            <p:nvPr/>
          </p:nvSpPr>
          <p:spPr>
            <a:xfrm>
              <a:off x="2371632" y="746827"/>
              <a:ext cx="1205264" cy="6619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39" name="Retângulo 1938">
              <a:extLst>
                <a:ext uri="{FF2B5EF4-FFF2-40B4-BE49-F238E27FC236}">
                  <a16:creationId xmlns:a16="http://schemas.microsoft.com/office/drawing/2014/main" id="{E41D1855-E0F4-7D32-AE19-F342CFE6EC0E}"/>
                </a:ext>
              </a:extLst>
            </p:cNvPr>
            <p:cNvSpPr/>
            <p:nvPr/>
          </p:nvSpPr>
          <p:spPr>
            <a:xfrm>
              <a:off x="2370745" y="280076"/>
              <a:ext cx="1205264" cy="77499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422293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4DC6C-C439-4549-668C-124E0D18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1E7F3E6-8D1E-48E7-4EFC-CF665A3A8EC9}"/>
              </a:ext>
            </a:extLst>
          </p:cNvPr>
          <p:cNvSpPr/>
          <p:nvPr/>
        </p:nvSpPr>
        <p:spPr>
          <a:xfrm rot="5400000">
            <a:off x="2346224" y="1887967"/>
            <a:ext cx="4471567" cy="43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11" name="Agrupar 510">
            <a:extLst>
              <a:ext uri="{FF2B5EF4-FFF2-40B4-BE49-F238E27FC236}">
                <a16:creationId xmlns:a16="http://schemas.microsoft.com/office/drawing/2014/main" id="{287B6370-EA6A-F72F-647F-C100C82C6F34}"/>
              </a:ext>
            </a:extLst>
          </p:cNvPr>
          <p:cNvGrpSpPr/>
          <p:nvPr/>
        </p:nvGrpSpPr>
        <p:grpSpPr>
          <a:xfrm>
            <a:off x="2422008" y="1247869"/>
            <a:ext cx="4319998" cy="369332"/>
            <a:chOff x="1222790" y="1479389"/>
            <a:chExt cx="3600000" cy="369332"/>
          </a:xfrm>
        </p:grpSpPr>
        <p:cxnSp>
          <p:nvCxnSpPr>
            <p:cNvPr id="21" name="Conexão reta unidirecional 20">
              <a:extLst>
                <a:ext uri="{FF2B5EF4-FFF2-40B4-BE49-F238E27FC236}">
                  <a16:creationId xmlns:a16="http://schemas.microsoft.com/office/drawing/2014/main" id="{F0DED874-5D81-D32D-E2EB-DD97872FC6A3}"/>
                </a:ext>
              </a:extLst>
            </p:cNvPr>
            <p:cNvCxnSpPr/>
            <p:nvPr/>
          </p:nvCxnSpPr>
          <p:spPr>
            <a:xfrm>
              <a:off x="1222790" y="1821002"/>
              <a:ext cx="360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53760CB3-859F-6497-BE26-0C1CF7D4047D}"/>
                </a:ext>
              </a:extLst>
            </p:cNvPr>
            <p:cNvSpPr txBox="1"/>
            <p:nvPr/>
          </p:nvSpPr>
          <p:spPr>
            <a:xfrm>
              <a:off x="2772685" y="1479389"/>
              <a:ext cx="446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dirty="0"/>
                <a:t>500</a:t>
              </a:r>
            </a:p>
          </p:txBody>
        </p:sp>
      </p:grpSp>
      <p:grpSp>
        <p:nvGrpSpPr>
          <p:cNvPr id="512" name="Agrupar 511">
            <a:extLst>
              <a:ext uri="{FF2B5EF4-FFF2-40B4-BE49-F238E27FC236}">
                <a16:creationId xmlns:a16="http://schemas.microsoft.com/office/drawing/2014/main" id="{4C56BC7E-2262-27AD-0027-9D6F481405BE}"/>
              </a:ext>
            </a:extLst>
          </p:cNvPr>
          <p:cNvGrpSpPr/>
          <p:nvPr/>
        </p:nvGrpSpPr>
        <p:grpSpPr>
          <a:xfrm>
            <a:off x="7027165" y="1812183"/>
            <a:ext cx="566843" cy="4471568"/>
            <a:chOff x="4980683" y="1962216"/>
            <a:chExt cx="566843" cy="4360877"/>
          </a:xfrm>
        </p:grpSpPr>
        <p:cxnSp>
          <p:nvCxnSpPr>
            <p:cNvPr id="27" name="Conexão reta unidirecional 26">
              <a:extLst>
                <a:ext uri="{FF2B5EF4-FFF2-40B4-BE49-F238E27FC236}">
                  <a16:creationId xmlns:a16="http://schemas.microsoft.com/office/drawing/2014/main" id="{16F46DC3-69A2-40A6-857E-DE7A94513EB5}"/>
                </a:ext>
              </a:extLst>
            </p:cNvPr>
            <p:cNvCxnSpPr>
              <a:cxnSpLocks/>
            </p:cNvCxnSpPr>
            <p:nvPr/>
          </p:nvCxnSpPr>
          <p:spPr>
            <a:xfrm>
              <a:off x="4980683" y="1962216"/>
              <a:ext cx="0" cy="436087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50E01B8E-D7CB-8400-4B75-7B3EC49D1EA6}"/>
                </a:ext>
              </a:extLst>
            </p:cNvPr>
            <p:cNvSpPr txBox="1"/>
            <p:nvPr/>
          </p:nvSpPr>
          <p:spPr>
            <a:xfrm>
              <a:off x="4981691" y="3957988"/>
              <a:ext cx="5658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dirty="0"/>
                <a:t>600</a:t>
              </a:r>
            </a:p>
          </p:txBody>
        </p:sp>
      </p:grp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5184BECC-16AE-97B9-C814-CB99E4AE0993}"/>
              </a:ext>
            </a:extLst>
          </p:cNvPr>
          <p:cNvSpPr txBox="1"/>
          <p:nvPr/>
        </p:nvSpPr>
        <p:spPr>
          <a:xfrm>
            <a:off x="900168" y="574250"/>
            <a:ext cx="2383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</a:rPr>
              <a:t>Zona de Trabalho</a:t>
            </a:r>
            <a:endParaRPr lang="pt-PT" sz="2400" dirty="0">
              <a:solidFill>
                <a:srgbClr val="C00000"/>
              </a:solidFill>
            </a:endParaRPr>
          </a:p>
        </p:txBody>
      </p:sp>
      <p:grpSp>
        <p:nvGrpSpPr>
          <p:cNvPr id="516" name="Agrupar 515">
            <a:extLst>
              <a:ext uri="{FF2B5EF4-FFF2-40B4-BE49-F238E27FC236}">
                <a16:creationId xmlns:a16="http://schemas.microsoft.com/office/drawing/2014/main" id="{00516994-30A4-5FFE-F004-1D5E6B63914C}"/>
              </a:ext>
            </a:extLst>
          </p:cNvPr>
          <p:cNvGrpSpPr/>
          <p:nvPr/>
        </p:nvGrpSpPr>
        <p:grpSpPr>
          <a:xfrm rot="10800000">
            <a:off x="5168653" y="4300131"/>
            <a:ext cx="1126273" cy="1280474"/>
            <a:chOff x="7475362" y="4932232"/>
            <a:chExt cx="1014431" cy="1067656"/>
          </a:xfrm>
        </p:grpSpPr>
        <p:grpSp>
          <p:nvGrpSpPr>
            <p:cNvPr id="517" name="Agrupar 516">
              <a:extLst>
                <a:ext uri="{FF2B5EF4-FFF2-40B4-BE49-F238E27FC236}">
                  <a16:creationId xmlns:a16="http://schemas.microsoft.com/office/drawing/2014/main" id="{4FE72112-0CC7-176B-4F55-08B7F5483D6E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536" name="Retângulo: Cantos Arredondados 535">
                <a:extLst>
                  <a:ext uri="{FF2B5EF4-FFF2-40B4-BE49-F238E27FC236}">
                    <a16:creationId xmlns:a16="http://schemas.microsoft.com/office/drawing/2014/main" id="{6FD68990-4448-AE18-F751-3C2A6023F400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37" name="Oval 54">
                <a:extLst>
                  <a:ext uri="{FF2B5EF4-FFF2-40B4-BE49-F238E27FC236}">
                    <a16:creationId xmlns:a16="http://schemas.microsoft.com/office/drawing/2014/main" id="{CA018419-864D-6B2B-A4E4-AA27D6AA4C8D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8" name="Oval 55">
                <a:extLst>
                  <a:ext uri="{FF2B5EF4-FFF2-40B4-BE49-F238E27FC236}">
                    <a16:creationId xmlns:a16="http://schemas.microsoft.com/office/drawing/2014/main" id="{10C3C627-9279-96E9-E6AB-8AFED8AD3D31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9" name="Retângulo 538">
                <a:extLst>
                  <a:ext uri="{FF2B5EF4-FFF2-40B4-BE49-F238E27FC236}">
                    <a16:creationId xmlns:a16="http://schemas.microsoft.com/office/drawing/2014/main" id="{A02A4007-9569-5786-BC1D-03D819F3FD78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40" name="Retângulo 539">
                <a:extLst>
                  <a:ext uri="{FF2B5EF4-FFF2-40B4-BE49-F238E27FC236}">
                    <a16:creationId xmlns:a16="http://schemas.microsoft.com/office/drawing/2014/main" id="{9810C94D-506B-EE5C-5E69-E793A935674F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18" name="Agrupar 517">
              <a:extLst>
                <a:ext uri="{FF2B5EF4-FFF2-40B4-BE49-F238E27FC236}">
                  <a16:creationId xmlns:a16="http://schemas.microsoft.com/office/drawing/2014/main" id="{6BF50130-3DE5-BDD8-E403-61E6915A7636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519" name="Agrupar 518">
                <a:extLst>
                  <a:ext uri="{FF2B5EF4-FFF2-40B4-BE49-F238E27FC236}">
                    <a16:creationId xmlns:a16="http://schemas.microsoft.com/office/drawing/2014/main" id="{C0B02C32-F341-EAF0-63DE-90EC5A6B4B3C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522" name="Imagem 521">
                  <a:extLst>
                    <a:ext uri="{FF2B5EF4-FFF2-40B4-BE49-F238E27FC236}">
                      <a16:creationId xmlns:a16="http://schemas.microsoft.com/office/drawing/2014/main" id="{18EEA4B9-148F-D763-4A57-43E5FE0C80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39999"/>
                </a:xfrm>
                <a:prstGeom prst="rect">
                  <a:avLst/>
                </a:prstGeom>
              </p:spPr>
            </p:pic>
            <p:pic>
              <p:nvPicPr>
                <p:cNvPr id="523" name="Imagem 522">
                  <a:extLst>
                    <a:ext uri="{FF2B5EF4-FFF2-40B4-BE49-F238E27FC236}">
                      <a16:creationId xmlns:a16="http://schemas.microsoft.com/office/drawing/2014/main" id="{E4271C00-0E45-6DAA-004C-6B52215C03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4" name="Imagem 523">
                  <a:extLst>
                    <a:ext uri="{FF2B5EF4-FFF2-40B4-BE49-F238E27FC236}">
                      <a16:creationId xmlns:a16="http://schemas.microsoft.com/office/drawing/2014/main" id="{8CEB5149-964E-3855-3D9A-751237CD9A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5" name="Imagem 524">
                  <a:extLst>
                    <a:ext uri="{FF2B5EF4-FFF2-40B4-BE49-F238E27FC236}">
                      <a16:creationId xmlns:a16="http://schemas.microsoft.com/office/drawing/2014/main" id="{9CAA935A-425E-2C63-1049-DD7B058A36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6" name="Imagem 525">
                  <a:extLst>
                    <a:ext uri="{FF2B5EF4-FFF2-40B4-BE49-F238E27FC236}">
                      <a16:creationId xmlns:a16="http://schemas.microsoft.com/office/drawing/2014/main" id="{8712877C-4A09-9375-A59B-2CEB71430F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7" name="Imagem 526">
                  <a:extLst>
                    <a:ext uri="{FF2B5EF4-FFF2-40B4-BE49-F238E27FC236}">
                      <a16:creationId xmlns:a16="http://schemas.microsoft.com/office/drawing/2014/main" id="{50CAFBCC-6819-B2E0-1A2D-61316D721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8" name="Imagem 527">
                  <a:extLst>
                    <a:ext uri="{FF2B5EF4-FFF2-40B4-BE49-F238E27FC236}">
                      <a16:creationId xmlns:a16="http://schemas.microsoft.com/office/drawing/2014/main" id="{1155E3CA-88C6-953B-8C68-52D1247529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29" name="Imagem 528">
                  <a:extLst>
                    <a:ext uri="{FF2B5EF4-FFF2-40B4-BE49-F238E27FC236}">
                      <a16:creationId xmlns:a16="http://schemas.microsoft.com/office/drawing/2014/main" id="{0E59EADF-0A25-9699-7314-26C2ED0F0A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0" name="Imagem 529">
                  <a:extLst>
                    <a:ext uri="{FF2B5EF4-FFF2-40B4-BE49-F238E27FC236}">
                      <a16:creationId xmlns:a16="http://schemas.microsoft.com/office/drawing/2014/main" id="{073479C1-677F-BD44-FC9A-B6CA61F4EC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1" name="Imagem 530">
                  <a:extLst>
                    <a:ext uri="{FF2B5EF4-FFF2-40B4-BE49-F238E27FC236}">
                      <a16:creationId xmlns:a16="http://schemas.microsoft.com/office/drawing/2014/main" id="{9E43CCA2-4F93-C291-C25E-1048AB8460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2" name="Imagem 531">
                  <a:extLst>
                    <a:ext uri="{FF2B5EF4-FFF2-40B4-BE49-F238E27FC236}">
                      <a16:creationId xmlns:a16="http://schemas.microsoft.com/office/drawing/2014/main" id="{D26FC789-317A-B08B-5870-E602A8EB30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3" name="Imagem 532">
                  <a:extLst>
                    <a:ext uri="{FF2B5EF4-FFF2-40B4-BE49-F238E27FC236}">
                      <a16:creationId xmlns:a16="http://schemas.microsoft.com/office/drawing/2014/main" id="{7DC21517-E44E-7D46-3CB9-8AB30FB47C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34" name="Imagem 533">
                  <a:extLst>
                    <a:ext uri="{FF2B5EF4-FFF2-40B4-BE49-F238E27FC236}">
                      <a16:creationId xmlns:a16="http://schemas.microsoft.com/office/drawing/2014/main" id="{874FBF74-7AD1-90F5-F75D-5C950C0FA6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535" name="Imagem 534">
                  <a:extLst>
                    <a:ext uri="{FF2B5EF4-FFF2-40B4-BE49-F238E27FC236}">
                      <a16:creationId xmlns:a16="http://schemas.microsoft.com/office/drawing/2014/main" id="{584DFBAD-FDDE-79F1-B8FC-E09E246AEA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520" name="Oval 37">
                <a:extLst>
                  <a:ext uri="{FF2B5EF4-FFF2-40B4-BE49-F238E27FC236}">
                    <a16:creationId xmlns:a16="http://schemas.microsoft.com/office/drawing/2014/main" id="{70C694FF-9BF9-A8C3-EDF2-04E1A0A85EF1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21" name="Oval 38">
                <a:extLst>
                  <a:ext uri="{FF2B5EF4-FFF2-40B4-BE49-F238E27FC236}">
                    <a16:creationId xmlns:a16="http://schemas.microsoft.com/office/drawing/2014/main" id="{C6F0934F-1D57-E3E4-F41D-1F690D23D223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569" name="Agrupar 568">
            <a:extLst>
              <a:ext uri="{FF2B5EF4-FFF2-40B4-BE49-F238E27FC236}">
                <a16:creationId xmlns:a16="http://schemas.microsoft.com/office/drawing/2014/main" id="{7239B79C-FCCB-24E1-AED6-C47B602544B6}"/>
              </a:ext>
            </a:extLst>
          </p:cNvPr>
          <p:cNvGrpSpPr/>
          <p:nvPr/>
        </p:nvGrpSpPr>
        <p:grpSpPr>
          <a:xfrm rot="10800000">
            <a:off x="5178140" y="2345485"/>
            <a:ext cx="1100559" cy="1279792"/>
            <a:chOff x="7475362" y="4932232"/>
            <a:chExt cx="1014431" cy="1067656"/>
          </a:xfrm>
        </p:grpSpPr>
        <p:grpSp>
          <p:nvGrpSpPr>
            <p:cNvPr id="571" name="Agrupar 570">
              <a:extLst>
                <a:ext uri="{FF2B5EF4-FFF2-40B4-BE49-F238E27FC236}">
                  <a16:creationId xmlns:a16="http://schemas.microsoft.com/office/drawing/2014/main" id="{40E95CFB-53BC-E988-6899-833263B0C558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590" name="Retângulo: Cantos Arredondados 589">
                <a:extLst>
                  <a:ext uri="{FF2B5EF4-FFF2-40B4-BE49-F238E27FC236}">
                    <a16:creationId xmlns:a16="http://schemas.microsoft.com/office/drawing/2014/main" id="{63405D45-E572-C8B7-B734-EE666091F062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91" name="Oval 54">
                <a:extLst>
                  <a:ext uri="{FF2B5EF4-FFF2-40B4-BE49-F238E27FC236}">
                    <a16:creationId xmlns:a16="http://schemas.microsoft.com/office/drawing/2014/main" id="{5EB6E1A0-93D1-5E5A-96B2-4F0EED12979A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2" name="Oval 55">
                <a:extLst>
                  <a:ext uri="{FF2B5EF4-FFF2-40B4-BE49-F238E27FC236}">
                    <a16:creationId xmlns:a16="http://schemas.microsoft.com/office/drawing/2014/main" id="{71A25A04-1F3F-F7D9-A3BF-3C88B4B89A69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3" name="Retângulo 592">
                <a:extLst>
                  <a:ext uri="{FF2B5EF4-FFF2-40B4-BE49-F238E27FC236}">
                    <a16:creationId xmlns:a16="http://schemas.microsoft.com/office/drawing/2014/main" id="{880D2C64-30F4-0F16-C27C-231949869D73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94" name="Retângulo 593">
                <a:extLst>
                  <a:ext uri="{FF2B5EF4-FFF2-40B4-BE49-F238E27FC236}">
                    <a16:creationId xmlns:a16="http://schemas.microsoft.com/office/drawing/2014/main" id="{E3C47EEF-AF5B-82C1-E540-019D7F8E5417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72" name="Agrupar 571">
              <a:extLst>
                <a:ext uri="{FF2B5EF4-FFF2-40B4-BE49-F238E27FC236}">
                  <a16:creationId xmlns:a16="http://schemas.microsoft.com/office/drawing/2014/main" id="{CB5546BB-FF00-2D5F-9A9E-F7260ED9F7C8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573" name="Agrupar 572">
                <a:extLst>
                  <a:ext uri="{FF2B5EF4-FFF2-40B4-BE49-F238E27FC236}">
                    <a16:creationId xmlns:a16="http://schemas.microsoft.com/office/drawing/2014/main" id="{FF39086E-DE57-E3F9-43D3-90A1A76FD68E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576" name="Imagem 575">
                  <a:extLst>
                    <a:ext uri="{FF2B5EF4-FFF2-40B4-BE49-F238E27FC236}">
                      <a16:creationId xmlns:a16="http://schemas.microsoft.com/office/drawing/2014/main" id="{EF22C2D7-0F4F-9E23-3B2F-E06E1C05C1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77" name="Imagem 576">
                  <a:extLst>
                    <a:ext uri="{FF2B5EF4-FFF2-40B4-BE49-F238E27FC236}">
                      <a16:creationId xmlns:a16="http://schemas.microsoft.com/office/drawing/2014/main" id="{4C5DB4CE-6B09-B3F1-86E4-5C6D1EE57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78" name="Imagem 577">
                  <a:extLst>
                    <a:ext uri="{FF2B5EF4-FFF2-40B4-BE49-F238E27FC236}">
                      <a16:creationId xmlns:a16="http://schemas.microsoft.com/office/drawing/2014/main" id="{8C56EEED-D932-1889-4F12-0F7E167A0A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79" name="Imagem 578">
                  <a:extLst>
                    <a:ext uri="{FF2B5EF4-FFF2-40B4-BE49-F238E27FC236}">
                      <a16:creationId xmlns:a16="http://schemas.microsoft.com/office/drawing/2014/main" id="{CD00BDA6-B56F-C5BB-70DA-1C5962CBC1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0" name="Imagem 579">
                  <a:extLst>
                    <a:ext uri="{FF2B5EF4-FFF2-40B4-BE49-F238E27FC236}">
                      <a16:creationId xmlns:a16="http://schemas.microsoft.com/office/drawing/2014/main" id="{4C642614-89EE-16BB-1B11-B4F6A41AA6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1" name="Imagem 580">
                  <a:extLst>
                    <a:ext uri="{FF2B5EF4-FFF2-40B4-BE49-F238E27FC236}">
                      <a16:creationId xmlns:a16="http://schemas.microsoft.com/office/drawing/2014/main" id="{388B6FC2-1860-5E7A-EB76-89F4D1877D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2" name="Imagem 581">
                  <a:extLst>
                    <a:ext uri="{FF2B5EF4-FFF2-40B4-BE49-F238E27FC236}">
                      <a16:creationId xmlns:a16="http://schemas.microsoft.com/office/drawing/2014/main" id="{61C94F91-B7A7-46B3-A67B-29967C4D13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3" name="Imagem 582">
                  <a:extLst>
                    <a:ext uri="{FF2B5EF4-FFF2-40B4-BE49-F238E27FC236}">
                      <a16:creationId xmlns:a16="http://schemas.microsoft.com/office/drawing/2014/main" id="{B5D6E0C4-3855-1543-69FC-A99B0F1DBC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4" name="Imagem 583">
                  <a:extLst>
                    <a:ext uri="{FF2B5EF4-FFF2-40B4-BE49-F238E27FC236}">
                      <a16:creationId xmlns:a16="http://schemas.microsoft.com/office/drawing/2014/main" id="{69DA1E9E-A89D-348B-AC40-5E514ED2CF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5" name="Imagem 584">
                  <a:extLst>
                    <a:ext uri="{FF2B5EF4-FFF2-40B4-BE49-F238E27FC236}">
                      <a16:creationId xmlns:a16="http://schemas.microsoft.com/office/drawing/2014/main" id="{9782804D-AAF5-A2AE-97DC-537901EA4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6" name="Imagem 585">
                  <a:extLst>
                    <a:ext uri="{FF2B5EF4-FFF2-40B4-BE49-F238E27FC236}">
                      <a16:creationId xmlns:a16="http://schemas.microsoft.com/office/drawing/2014/main" id="{9233C9D7-CE3A-B927-590B-5D05A6D6D7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7" name="Imagem 586">
                  <a:extLst>
                    <a:ext uri="{FF2B5EF4-FFF2-40B4-BE49-F238E27FC236}">
                      <a16:creationId xmlns:a16="http://schemas.microsoft.com/office/drawing/2014/main" id="{5957250E-82BC-7E5B-8A0E-AB836A6763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588" name="Imagem 587">
                  <a:extLst>
                    <a:ext uri="{FF2B5EF4-FFF2-40B4-BE49-F238E27FC236}">
                      <a16:creationId xmlns:a16="http://schemas.microsoft.com/office/drawing/2014/main" id="{0BF97B0B-A5BF-E398-267C-F0053D167B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589" name="Imagem 588">
                  <a:extLst>
                    <a:ext uri="{FF2B5EF4-FFF2-40B4-BE49-F238E27FC236}">
                      <a16:creationId xmlns:a16="http://schemas.microsoft.com/office/drawing/2014/main" id="{1D817CF0-DFD9-D529-55D9-1EF1E61AA0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574" name="Oval 37">
                <a:extLst>
                  <a:ext uri="{FF2B5EF4-FFF2-40B4-BE49-F238E27FC236}">
                    <a16:creationId xmlns:a16="http://schemas.microsoft.com/office/drawing/2014/main" id="{4F3166D0-5387-E08F-B787-8ADE69EC5A0C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5" name="Oval 38">
                <a:extLst>
                  <a:ext uri="{FF2B5EF4-FFF2-40B4-BE49-F238E27FC236}">
                    <a16:creationId xmlns:a16="http://schemas.microsoft.com/office/drawing/2014/main" id="{23ECAF66-53CE-7A37-5817-855A725CB6F5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627" name="Agrupar 626">
            <a:extLst>
              <a:ext uri="{FF2B5EF4-FFF2-40B4-BE49-F238E27FC236}">
                <a16:creationId xmlns:a16="http://schemas.microsoft.com/office/drawing/2014/main" id="{514D7D6B-576F-78B0-65CF-1B8B6FC586E7}"/>
              </a:ext>
            </a:extLst>
          </p:cNvPr>
          <p:cNvGrpSpPr/>
          <p:nvPr/>
        </p:nvGrpSpPr>
        <p:grpSpPr>
          <a:xfrm rot="16200000">
            <a:off x="5334770" y="1910839"/>
            <a:ext cx="474339" cy="312031"/>
            <a:chOff x="8026479" y="1994211"/>
            <a:chExt cx="860767" cy="312031"/>
          </a:xfrm>
        </p:grpSpPr>
        <p:cxnSp>
          <p:nvCxnSpPr>
            <p:cNvPr id="628" name="Conexão reta unidirecional 19">
              <a:extLst>
                <a:ext uri="{FF2B5EF4-FFF2-40B4-BE49-F238E27FC236}">
                  <a16:creationId xmlns:a16="http://schemas.microsoft.com/office/drawing/2014/main" id="{18A2C693-18E8-580B-FFE1-0CD29F56D934}"/>
                </a:ext>
              </a:extLst>
            </p:cNvPr>
            <p:cNvCxnSpPr>
              <a:cxnSpLocks/>
            </p:cNvCxnSpPr>
            <p:nvPr/>
          </p:nvCxnSpPr>
          <p:spPr>
            <a:xfrm>
              <a:off x="8026479" y="2306242"/>
              <a:ext cx="8607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9" name="CaixaDeTexto 628">
              <a:extLst>
                <a:ext uri="{FF2B5EF4-FFF2-40B4-BE49-F238E27FC236}">
                  <a16:creationId xmlns:a16="http://schemas.microsoft.com/office/drawing/2014/main" id="{49B6B811-13D7-D1DB-0C80-2FC6E70084B6}"/>
                </a:ext>
              </a:extLst>
            </p:cNvPr>
            <p:cNvSpPr txBox="1"/>
            <p:nvPr/>
          </p:nvSpPr>
          <p:spPr>
            <a:xfrm>
              <a:off x="8112373" y="1994211"/>
              <a:ext cx="6667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82</a:t>
              </a:r>
              <a:endParaRPr lang="pt-PT" sz="1400" dirty="0"/>
            </a:p>
          </p:txBody>
        </p:sp>
      </p:grpSp>
      <p:grpSp>
        <p:nvGrpSpPr>
          <p:cNvPr id="633" name="Agrupar 632">
            <a:extLst>
              <a:ext uri="{FF2B5EF4-FFF2-40B4-BE49-F238E27FC236}">
                <a16:creationId xmlns:a16="http://schemas.microsoft.com/office/drawing/2014/main" id="{3DB4A5D7-8106-E7A2-BE6E-1D08C51A92B6}"/>
              </a:ext>
            </a:extLst>
          </p:cNvPr>
          <p:cNvGrpSpPr/>
          <p:nvPr/>
        </p:nvGrpSpPr>
        <p:grpSpPr>
          <a:xfrm rot="16200000">
            <a:off x="5308300" y="5787585"/>
            <a:ext cx="597304" cy="307777"/>
            <a:chOff x="8026479" y="2021593"/>
            <a:chExt cx="877353" cy="307229"/>
          </a:xfrm>
        </p:grpSpPr>
        <p:cxnSp>
          <p:nvCxnSpPr>
            <p:cNvPr id="634" name="Conexão reta unidirecional 19">
              <a:extLst>
                <a:ext uri="{FF2B5EF4-FFF2-40B4-BE49-F238E27FC236}">
                  <a16:creationId xmlns:a16="http://schemas.microsoft.com/office/drawing/2014/main" id="{152B3FE2-52FD-EAD5-2FAD-DC8F3398126F}"/>
                </a:ext>
              </a:extLst>
            </p:cNvPr>
            <p:cNvCxnSpPr>
              <a:cxnSpLocks/>
            </p:cNvCxnSpPr>
            <p:nvPr/>
          </p:nvCxnSpPr>
          <p:spPr>
            <a:xfrm>
              <a:off x="8026479" y="2306242"/>
              <a:ext cx="8607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5" name="CaixaDeTexto 634">
              <a:extLst>
                <a:ext uri="{FF2B5EF4-FFF2-40B4-BE49-F238E27FC236}">
                  <a16:creationId xmlns:a16="http://schemas.microsoft.com/office/drawing/2014/main" id="{6FE13259-DBC4-5E42-72E0-3C1672B3F850}"/>
                </a:ext>
              </a:extLst>
            </p:cNvPr>
            <p:cNvSpPr txBox="1"/>
            <p:nvPr/>
          </p:nvSpPr>
          <p:spPr>
            <a:xfrm>
              <a:off x="8237111" y="2021593"/>
              <a:ext cx="666721" cy="307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83</a:t>
              </a:r>
              <a:endParaRPr lang="pt-PT" sz="1400" dirty="0"/>
            </a:p>
          </p:txBody>
        </p:sp>
      </p:grpSp>
      <p:sp>
        <p:nvSpPr>
          <p:cNvPr id="636" name="CaixaDeTexto 635">
            <a:extLst>
              <a:ext uri="{FF2B5EF4-FFF2-40B4-BE49-F238E27FC236}">
                <a16:creationId xmlns:a16="http://schemas.microsoft.com/office/drawing/2014/main" id="{1D2A9C45-F606-AE46-BE5B-95B5E0872FA0}"/>
              </a:ext>
            </a:extLst>
          </p:cNvPr>
          <p:cNvSpPr txBox="1"/>
          <p:nvPr/>
        </p:nvSpPr>
        <p:spPr>
          <a:xfrm>
            <a:off x="900168" y="130449"/>
            <a:ext cx="35898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/>
              <a:t>Suportes na Vertical</a:t>
            </a:r>
            <a:endParaRPr lang="pt-PT" sz="3200" b="1" dirty="0"/>
          </a:p>
        </p:txBody>
      </p:sp>
      <p:grpSp>
        <p:nvGrpSpPr>
          <p:cNvPr id="135" name="Agrupar 134">
            <a:extLst>
              <a:ext uri="{FF2B5EF4-FFF2-40B4-BE49-F238E27FC236}">
                <a16:creationId xmlns:a16="http://schemas.microsoft.com/office/drawing/2014/main" id="{61BBF588-9048-EF10-AF7B-B97D4F255928}"/>
              </a:ext>
            </a:extLst>
          </p:cNvPr>
          <p:cNvGrpSpPr/>
          <p:nvPr/>
        </p:nvGrpSpPr>
        <p:grpSpPr>
          <a:xfrm rot="16200000">
            <a:off x="5284030" y="3829632"/>
            <a:ext cx="633221" cy="307777"/>
            <a:chOff x="8026479" y="2030720"/>
            <a:chExt cx="860767" cy="307229"/>
          </a:xfrm>
        </p:grpSpPr>
        <p:cxnSp>
          <p:nvCxnSpPr>
            <p:cNvPr id="136" name="Conexão reta unidirecional 19">
              <a:extLst>
                <a:ext uri="{FF2B5EF4-FFF2-40B4-BE49-F238E27FC236}">
                  <a16:creationId xmlns:a16="http://schemas.microsoft.com/office/drawing/2014/main" id="{0D26BBD8-90B3-8DF4-1D2B-D17552CF48C4}"/>
                </a:ext>
              </a:extLst>
            </p:cNvPr>
            <p:cNvCxnSpPr>
              <a:cxnSpLocks/>
            </p:cNvCxnSpPr>
            <p:nvPr/>
          </p:nvCxnSpPr>
          <p:spPr>
            <a:xfrm>
              <a:off x="8026479" y="2306242"/>
              <a:ext cx="8607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CaixaDeTexto 136">
              <a:extLst>
                <a:ext uri="{FF2B5EF4-FFF2-40B4-BE49-F238E27FC236}">
                  <a16:creationId xmlns:a16="http://schemas.microsoft.com/office/drawing/2014/main" id="{323492F5-47C9-D2AD-5CBD-9EE29B0B1804}"/>
                </a:ext>
              </a:extLst>
            </p:cNvPr>
            <p:cNvSpPr txBox="1"/>
            <p:nvPr/>
          </p:nvSpPr>
          <p:spPr>
            <a:xfrm>
              <a:off x="8275450" y="2030720"/>
              <a:ext cx="499435" cy="3072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83</a:t>
              </a:r>
              <a:endParaRPr lang="pt-PT" sz="1400" dirty="0"/>
            </a:p>
          </p:txBody>
        </p:sp>
      </p:grpSp>
      <p:sp>
        <p:nvSpPr>
          <p:cNvPr id="3" name="Retângulo 2">
            <a:extLst>
              <a:ext uri="{FF2B5EF4-FFF2-40B4-BE49-F238E27FC236}">
                <a16:creationId xmlns:a16="http://schemas.microsoft.com/office/drawing/2014/main" id="{DD348A69-4875-CB22-8CD2-399B4128C8F5}"/>
              </a:ext>
            </a:extLst>
          </p:cNvPr>
          <p:cNvSpPr>
            <a:spLocks/>
          </p:cNvSpPr>
          <p:nvPr/>
        </p:nvSpPr>
        <p:spPr>
          <a:xfrm>
            <a:off x="1163507" y="3148372"/>
            <a:ext cx="1253055" cy="1906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50D6E24-937C-25C1-74F1-EB92263E8686}"/>
              </a:ext>
            </a:extLst>
          </p:cNvPr>
          <p:cNvGrpSpPr>
            <a:grpSpLocks/>
          </p:cNvGrpSpPr>
          <p:nvPr/>
        </p:nvGrpSpPr>
        <p:grpSpPr>
          <a:xfrm>
            <a:off x="1989218" y="2685292"/>
            <a:ext cx="2923877" cy="1471746"/>
            <a:chOff x="1161843" y="1835635"/>
            <a:chExt cx="2923877" cy="147174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19327758-CC8D-ACD4-A124-2FDD99F59B89}"/>
                </a:ext>
              </a:extLst>
            </p:cNvPr>
            <p:cNvSpPr>
              <a:spLocks/>
            </p:cNvSpPr>
            <p:nvPr/>
          </p:nvSpPr>
          <p:spPr>
            <a:xfrm rot="15090465">
              <a:off x="2115926" y="1974007"/>
              <a:ext cx="208495" cy="177269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700A0AB8-DC30-0BC5-C2C4-38FCBB834C41}"/>
                </a:ext>
              </a:extLst>
            </p:cNvPr>
            <p:cNvSpPr>
              <a:spLocks/>
            </p:cNvSpPr>
            <p:nvPr/>
          </p:nvSpPr>
          <p:spPr>
            <a:xfrm rot="14065231">
              <a:off x="3476076" y="1685423"/>
              <a:ext cx="159391" cy="10598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C35DCA04-766A-9F79-6751-14897EA0DA0C}"/>
                </a:ext>
              </a:extLst>
            </p:cNvPr>
            <p:cNvSpPr>
              <a:spLocks/>
            </p:cNvSpPr>
            <p:nvPr/>
          </p:nvSpPr>
          <p:spPr>
            <a:xfrm>
              <a:off x="3889920" y="1876011"/>
              <a:ext cx="150963" cy="2458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" name="Oval 201">
              <a:extLst>
                <a:ext uri="{FF2B5EF4-FFF2-40B4-BE49-F238E27FC236}">
                  <a16:creationId xmlns:a16="http://schemas.microsoft.com/office/drawing/2014/main" id="{4B490683-0683-C65B-DA69-047AB25CC44B}"/>
                </a:ext>
              </a:extLst>
            </p:cNvPr>
            <p:cNvSpPr>
              <a:spLocks/>
            </p:cNvSpPr>
            <p:nvPr/>
          </p:nvSpPr>
          <p:spPr>
            <a:xfrm>
              <a:off x="1161843" y="2971417"/>
              <a:ext cx="337567" cy="33596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Oval 202">
              <a:extLst>
                <a:ext uri="{FF2B5EF4-FFF2-40B4-BE49-F238E27FC236}">
                  <a16:creationId xmlns:a16="http://schemas.microsoft.com/office/drawing/2014/main" id="{39BFB8C4-DDBD-9932-E6D0-097B03128453}"/>
                </a:ext>
              </a:extLst>
            </p:cNvPr>
            <p:cNvSpPr>
              <a:spLocks/>
            </p:cNvSpPr>
            <p:nvPr/>
          </p:nvSpPr>
          <p:spPr>
            <a:xfrm>
              <a:off x="2949231" y="2410642"/>
              <a:ext cx="282923" cy="29791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Oval 203">
              <a:extLst>
                <a:ext uri="{FF2B5EF4-FFF2-40B4-BE49-F238E27FC236}">
                  <a16:creationId xmlns:a16="http://schemas.microsoft.com/office/drawing/2014/main" id="{91715834-2477-CA8F-F739-79662D74D02E}"/>
                </a:ext>
              </a:extLst>
            </p:cNvPr>
            <p:cNvSpPr>
              <a:spLocks/>
            </p:cNvSpPr>
            <p:nvPr/>
          </p:nvSpPr>
          <p:spPr>
            <a:xfrm>
              <a:off x="3876821" y="1835635"/>
              <a:ext cx="178534" cy="17315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B3F455F6-E7DE-B863-9333-33EB77E3A8D4}"/>
                </a:ext>
              </a:extLst>
            </p:cNvPr>
            <p:cNvSpPr>
              <a:spLocks/>
            </p:cNvSpPr>
            <p:nvPr/>
          </p:nvSpPr>
          <p:spPr>
            <a:xfrm>
              <a:off x="3889920" y="2128651"/>
              <a:ext cx="150963" cy="589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49096BA-41B8-AC3E-B1FD-2787894781BA}"/>
                </a:ext>
              </a:extLst>
            </p:cNvPr>
            <p:cNvSpPr>
              <a:spLocks/>
            </p:cNvSpPr>
            <p:nvPr/>
          </p:nvSpPr>
          <p:spPr>
            <a:xfrm rot="5400000">
              <a:off x="3981378" y="220778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24F15A3-A5AA-6311-BF3B-CF5570F780DE}"/>
                </a:ext>
              </a:extLst>
            </p:cNvPr>
            <p:cNvSpPr>
              <a:spLocks/>
            </p:cNvSpPr>
            <p:nvPr/>
          </p:nvSpPr>
          <p:spPr>
            <a:xfrm rot="5400000">
              <a:off x="3882929" y="221075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513" name="Agrupar 512">
            <a:extLst>
              <a:ext uri="{FF2B5EF4-FFF2-40B4-BE49-F238E27FC236}">
                <a16:creationId xmlns:a16="http://schemas.microsoft.com/office/drawing/2014/main" id="{572B419D-2DFD-1FF7-9C72-834ABE444D77}"/>
              </a:ext>
            </a:extLst>
          </p:cNvPr>
          <p:cNvGrpSpPr/>
          <p:nvPr/>
        </p:nvGrpSpPr>
        <p:grpSpPr>
          <a:xfrm rot="16200000">
            <a:off x="6267059" y="2583871"/>
            <a:ext cx="367408" cy="502889"/>
            <a:chOff x="6693509" y="5767168"/>
            <a:chExt cx="367408" cy="629944"/>
          </a:xfrm>
        </p:grpSpPr>
        <p:sp>
          <p:nvSpPr>
            <p:cNvPr id="514" name="CaixaDeTexto 513">
              <a:extLst>
                <a:ext uri="{FF2B5EF4-FFF2-40B4-BE49-F238E27FC236}">
                  <a16:creationId xmlns:a16="http://schemas.microsoft.com/office/drawing/2014/main" id="{CA00C312-2C4D-417F-44A1-C7EBA8903AB4}"/>
                </a:ext>
              </a:extLst>
            </p:cNvPr>
            <p:cNvSpPr txBox="1"/>
            <p:nvPr/>
          </p:nvSpPr>
          <p:spPr>
            <a:xfrm>
              <a:off x="6693509" y="593217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65</a:t>
              </a:r>
              <a:endParaRPr lang="pt-PT" sz="1400" dirty="0"/>
            </a:p>
          </p:txBody>
        </p:sp>
        <p:cxnSp>
          <p:nvCxnSpPr>
            <p:cNvPr id="515" name="Conexão reta unidirecional 29">
              <a:extLst>
                <a:ext uri="{FF2B5EF4-FFF2-40B4-BE49-F238E27FC236}">
                  <a16:creationId xmlns:a16="http://schemas.microsoft.com/office/drawing/2014/main" id="{5521E7FF-6957-ADCF-6081-1BAC9A5A76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720" y="5767168"/>
              <a:ext cx="0" cy="62994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0AE2A9E-2027-DE95-C0DC-3F0CE3627791}"/>
              </a:ext>
            </a:extLst>
          </p:cNvPr>
          <p:cNvGrpSpPr/>
          <p:nvPr/>
        </p:nvGrpSpPr>
        <p:grpSpPr>
          <a:xfrm>
            <a:off x="10829406" y="213561"/>
            <a:ext cx="1001861" cy="1336194"/>
            <a:chOff x="1971043" y="-478275"/>
            <a:chExt cx="4252179" cy="6283272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61F73641-8CC1-4C66-A264-C686937DEDBD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37" name="Retângulo: Cantos Arredondados 36">
                <a:extLst>
                  <a:ext uri="{FF2B5EF4-FFF2-40B4-BE49-F238E27FC236}">
                    <a16:creationId xmlns:a16="http://schemas.microsoft.com/office/drawing/2014/main" id="{21CBC379-6924-5ADA-B530-01445768B152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Oval 1644">
                <a:extLst>
                  <a:ext uri="{FF2B5EF4-FFF2-40B4-BE49-F238E27FC236}">
                    <a16:creationId xmlns:a16="http://schemas.microsoft.com/office/drawing/2014/main" id="{D6866DBE-E8BF-DBF1-89EA-A65D070D7BF0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Oval 1645">
                <a:extLst>
                  <a:ext uri="{FF2B5EF4-FFF2-40B4-BE49-F238E27FC236}">
                    <a16:creationId xmlns:a16="http://schemas.microsoft.com/office/drawing/2014/main" id="{A3E9B32F-9FF7-C3E8-1F63-66D1E7746AEE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tângulo 39">
                <a:extLst>
                  <a:ext uri="{FF2B5EF4-FFF2-40B4-BE49-F238E27FC236}">
                    <a16:creationId xmlns:a16="http://schemas.microsoft.com/office/drawing/2014/main" id="{55DB9B7E-D86D-E50A-418F-9BB324D6580B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E9826587-7621-389B-C759-BE0F98DDAEE6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76FEC199-13F4-E605-D2EC-B34A436A0472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22" name="Imagem 21">
                <a:extLst>
                  <a:ext uri="{FF2B5EF4-FFF2-40B4-BE49-F238E27FC236}">
                    <a16:creationId xmlns:a16="http://schemas.microsoft.com/office/drawing/2014/main" id="{F2DDAD16-84A8-C064-B4F6-70B95BD408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3" name="Imagem 22">
                <a:extLst>
                  <a:ext uri="{FF2B5EF4-FFF2-40B4-BE49-F238E27FC236}">
                    <a16:creationId xmlns:a16="http://schemas.microsoft.com/office/drawing/2014/main" id="{1C1E277B-37BE-582A-1ABF-D5C4A2430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4" name="Imagem 23">
                <a:extLst>
                  <a:ext uri="{FF2B5EF4-FFF2-40B4-BE49-F238E27FC236}">
                    <a16:creationId xmlns:a16="http://schemas.microsoft.com/office/drawing/2014/main" id="{0E235DF7-547F-3CCA-6905-7DA0202EE0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5" name="Imagem 24">
                <a:extLst>
                  <a:ext uri="{FF2B5EF4-FFF2-40B4-BE49-F238E27FC236}">
                    <a16:creationId xmlns:a16="http://schemas.microsoft.com/office/drawing/2014/main" id="{D3D5AF4E-1679-5B50-3032-9AE2829C47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6" name="Imagem 25">
                <a:extLst>
                  <a:ext uri="{FF2B5EF4-FFF2-40B4-BE49-F238E27FC236}">
                    <a16:creationId xmlns:a16="http://schemas.microsoft.com/office/drawing/2014/main" id="{C5D32597-07DF-B2B8-7863-A5C5A054B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8" name="Imagem 27">
                <a:extLst>
                  <a:ext uri="{FF2B5EF4-FFF2-40B4-BE49-F238E27FC236}">
                    <a16:creationId xmlns:a16="http://schemas.microsoft.com/office/drawing/2014/main" id="{927C7610-E98E-3CCE-38AD-501A886C1C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29" name="Imagem 28">
                <a:extLst>
                  <a:ext uri="{FF2B5EF4-FFF2-40B4-BE49-F238E27FC236}">
                    <a16:creationId xmlns:a16="http://schemas.microsoft.com/office/drawing/2014/main" id="{234D2F55-83A8-765E-C5B3-43A0CFC808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30" name="Imagem 29">
                <a:extLst>
                  <a:ext uri="{FF2B5EF4-FFF2-40B4-BE49-F238E27FC236}">
                    <a16:creationId xmlns:a16="http://schemas.microsoft.com/office/drawing/2014/main" id="{CAF07DDD-429B-AF47-CEBB-A7438AACAE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31" name="Imagem 30">
                <a:extLst>
                  <a:ext uri="{FF2B5EF4-FFF2-40B4-BE49-F238E27FC236}">
                    <a16:creationId xmlns:a16="http://schemas.microsoft.com/office/drawing/2014/main" id="{8C104C39-BC68-2D49-8E50-037E5D56F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32" name="Imagem 31">
                <a:extLst>
                  <a:ext uri="{FF2B5EF4-FFF2-40B4-BE49-F238E27FC236}">
                    <a16:creationId xmlns:a16="http://schemas.microsoft.com/office/drawing/2014/main" id="{8D56FCD2-4CD0-3FF5-6C68-E01BAEC359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33" name="Imagem 32">
                <a:extLst>
                  <a:ext uri="{FF2B5EF4-FFF2-40B4-BE49-F238E27FC236}">
                    <a16:creationId xmlns:a16="http://schemas.microsoft.com/office/drawing/2014/main" id="{43552900-2B92-F11E-D25C-E9D5EA8907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34" name="Imagem 33">
                <a:extLst>
                  <a:ext uri="{FF2B5EF4-FFF2-40B4-BE49-F238E27FC236}">
                    <a16:creationId xmlns:a16="http://schemas.microsoft.com/office/drawing/2014/main" id="{5BD9323A-76ED-9F16-C763-78527E1C23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35" name="Imagem 34">
                <a:extLst>
                  <a:ext uri="{FF2B5EF4-FFF2-40B4-BE49-F238E27FC236}">
                    <a16:creationId xmlns:a16="http://schemas.microsoft.com/office/drawing/2014/main" id="{28217706-559F-BD19-9657-21881EB14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36" name="Imagem 35">
                <a:extLst>
                  <a:ext uri="{FF2B5EF4-FFF2-40B4-BE49-F238E27FC236}">
                    <a16:creationId xmlns:a16="http://schemas.microsoft.com/office/drawing/2014/main" id="{405D8A17-6B93-A2A6-DAA8-8549153756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6E24923F-8C21-9BD0-542D-F2F48523B297}"/>
                </a:ext>
              </a:extLst>
            </p:cNvPr>
            <p:cNvSpPr txBox="1"/>
            <p:nvPr/>
          </p:nvSpPr>
          <p:spPr>
            <a:xfrm>
              <a:off x="2520711" y="-478275"/>
              <a:ext cx="2981335" cy="1302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/>
                <a:t>141 mm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A7E58260-0E1B-F7AA-5C98-17073E6AF621}"/>
                </a:ext>
              </a:extLst>
            </p:cNvPr>
            <p:cNvSpPr txBox="1"/>
            <p:nvPr/>
          </p:nvSpPr>
          <p:spPr>
            <a:xfrm>
              <a:off x="1971043" y="2451566"/>
              <a:ext cx="665032" cy="1487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19" name="Oval 204">
              <a:extLst>
                <a:ext uri="{FF2B5EF4-FFF2-40B4-BE49-F238E27FC236}">
                  <a16:creationId xmlns:a16="http://schemas.microsoft.com/office/drawing/2014/main" id="{1B6CE154-6ED0-68AA-844C-251ED6ED4356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" name="Oval 269">
              <a:extLst>
                <a:ext uri="{FF2B5EF4-FFF2-40B4-BE49-F238E27FC236}">
                  <a16:creationId xmlns:a16="http://schemas.microsoft.com/office/drawing/2014/main" id="{C09C0296-CB5A-3630-12DE-FF57C3035CB6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541371D-5492-A40C-A136-E0F6C6599E3D}"/>
              </a:ext>
            </a:extLst>
          </p:cNvPr>
          <p:cNvSpPr txBox="1"/>
          <p:nvPr/>
        </p:nvSpPr>
        <p:spPr>
          <a:xfrm>
            <a:off x="10261092" y="851738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176 mm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1517E1B-3638-1E4B-7734-924C96ACC7A3}"/>
              </a:ext>
            </a:extLst>
          </p:cNvPr>
          <p:cNvSpPr txBox="1"/>
          <p:nvPr/>
        </p:nvSpPr>
        <p:spPr>
          <a:xfrm>
            <a:off x="10703123" y="2603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R</a:t>
            </a: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4F399F70-4223-AE2A-9398-8E0D4F41FC30}"/>
              </a:ext>
            </a:extLst>
          </p:cNvPr>
          <p:cNvGrpSpPr/>
          <p:nvPr/>
        </p:nvGrpSpPr>
        <p:grpSpPr>
          <a:xfrm>
            <a:off x="9262115" y="229351"/>
            <a:ext cx="1001861" cy="1320404"/>
            <a:chOff x="1971043" y="-404025"/>
            <a:chExt cx="4252179" cy="6209022"/>
          </a:xfrm>
        </p:grpSpPr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DFA4D768-FE0E-AC3D-4128-5A91A373ADFB}"/>
                </a:ext>
              </a:extLst>
            </p:cNvPr>
            <p:cNvGrpSpPr/>
            <p:nvPr/>
          </p:nvGrpSpPr>
          <p:grpSpPr>
            <a:xfrm>
              <a:off x="2124232" y="784451"/>
              <a:ext cx="4098990" cy="5020546"/>
              <a:chOff x="2125738" y="784461"/>
              <a:chExt cx="4098981" cy="5020584"/>
            </a:xfrm>
          </p:grpSpPr>
          <p:sp>
            <p:nvSpPr>
              <p:cNvPr id="450" name="Retângulo: Cantos Arredondados 449">
                <a:extLst>
                  <a:ext uri="{FF2B5EF4-FFF2-40B4-BE49-F238E27FC236}">
                    <a16:creationId xmlns:a16="http://schemas.microsoft.com/office/drawing/2014/main" id="{6B776ACA-4F06-00A3-500F-5B028B56C902}"/>
                  </a:ext>
                </a:extLst>
              </p:cNvPr>
              <p:cNvSpPr/>
              <p:nvPr/>
            </p:nvSpPr>
            <p:spPr>
              <a:xfrm>
                <a:off x="2596234" y="784461"/>
                <a:ext cx="3191589" cy="5020584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1" name="Oval 720">
                <a:extLst>
                  <a:ext uri="{FF2B5EF4-FFF2-40B4-BE49-F238E27FC236}">
                    <a16:creationId xmlns:a16="http://schemas.microsoft.com/office/drawing/2014/main" id="{AEA22F42-70E6-0BBF-9A61-72A93BB2AB5C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2" name="Oval 721">
                <a:extLst>
                  <a:ext uri="{FF2B5EF4-FFF2-40B4-BE49-F238E27FC236}">
                    <a16:creationId xmlns:a16="http://schemas.microsoft.com/office/drawing/2014/main" id="{F2A35D5D-BD1B-90D1-6339-1748EB7F1529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3" name="Retângulo 452">
                <a:extLst>
                  <a:ext uri="{FF2B5EF4-FFF2-40B4-BE49-F238E27FC236}">
                    <a16:creationId xmlns:a16="http://schemas.microsoft.com/office/drawing/2014/main" id="{FAF3877E-EFDD-0B7B-25E6-C8FC8A358C94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4" name="Retângulo 453">
                <a:extLst>
                  <a:ext uri="{FF2B5EF4-FFF2-40B4-BE49-F238E27FC236}">
                    <a16:creationId xmlns:a16="http://schemas.microsoft.com/office/drawing/2014/main" id="{E7DBBC10-BFF5-BE75-3B9E-CE6E21014CF9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46" name="Agrupar 45">
              <a:extLst>
                <a:ext uri="{FF2B5EF4-FFF2-40B4-BE49-F238E27FC236}">
                  <a16:creationId xmlns:a16="http://schemas.microsoft.com/office/drawing/2014/main" id="{523881DC-6EE9-B943-5ECB-77CF88C1433C}"/>
                </a:ext>
              </a:extLst>
            </p:cNvPr>
            <p:cNvGrpSpPr/>
            <p:nvPr/>
          </p:nvGrpSpPr>
          <p:grpSpPr>
            <a:xfrm>
              <a:off x="2844091" y="1085374"/>
              <a:ext cx="2684151" cy="4395117"/>
              <a:chOff x="2844086" y="1085383"/>
              <a:chExt cx="2684147" cy="4395153"/>
            </a:xfrm>
          </p:grpSpPr>
          <p:pic>
            <p:nvPicPr>
              <p:cNvPr id="51" name="Imagem 50">
                <a:extLst>
                  <a:ext uri="{FF2B5EF4-FFF2-40B4-BE49-F238E27FC236}">
                    <a16:creationId xmlns:a16="http://schemas.microsoft.com/office/drawing/2014/main" id="{93F69CB2-CC35-9BF2-74F0-0C9ECD3E3E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707232" y="1704402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2" name="Imagem 51">
                <a:extLst>
                  <a:ext uri="{FF2B5EF4-FFF2-40B4-BE49-F238E27FC236}">
                    <a16:creationId xmlns:a16="http://schemas.microsoft.com/office/drawing/2014/main" id="{ABBCE7E4-8047-D1B5-4535-EF8012D07E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4" y="263261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3" name="Imagem 52">
                <a:extLst>
                  <a:ext uri="{FF2B5EF4-FFF2-40B4-BE49-F238E27FC236}">
                    <a16:creationId xmlns:a16="http://schemas.microsoft.com/office/drawing/2014/main" id="{498AA488-F35B-946A-5253-C2208415B0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860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4" name="Imagem 53">
                <a:extLst>
                  <a:ext uri="{FF2B5EF4-FFF2-40B4-BE49-F238E27FC236}">
                    <a16:creationId xmlns:a16="http://schemas.microsoft.com/office/drawing/2014/main" id="{1A4E9513-DB53-6D9F-CCC8-23D354C82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23" y="1088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5" name="Imagem 54">
                <a:extLst>
                  <a:ext uri="{FF2B5EF4-FFF2-40B4-BE49-F238E27FC236}">
                    <a16:creationId xmlns:a16="http://schemas.microsoft.com/office/drawing/2014/main" id="{9B0B7459-14D4-C85F-2102-F0412C4FC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2" y="262958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6" name="Imagem 55">
                <a:extLst>
                  <a:ext uri="{FF2B5EF4-FFF2-40B4-BE49-F238E27FC236}">
                    <a16:creationId xmlns:a16="http://schemas.microsoft.com/office/drawing/2014/main" id="{6CA72373-DEC4-CF24-D949-B92384EB83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85748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7" name="Imagem 56">
                <a:extLst>
                  <a:ext uri="{FF2B5EF4-FFF2-40B4-BE49-F238E27FC236}">
                    <a16:creationId xmlns:a16="http://schemas.microsoft.com/office/drawing/2014/main" id="{AF7A71F5-FE2C-ED03-C7BE-E5D6F7C45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58641" y="1085383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8" name="Imagem 57">
                <a:extLst>
                  <a:ext uri="{FF2B5EF4-FFF2-40B4-BE49-F238E27FC236}">
                    <a16:creationId xmlns:a16="http://schemas.microsoft.com/office/drawing/2014/main" id="{6DD617B7-B6D2-BD3F-A990-4A8335633E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3695495" y="4062661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59" name="Imagem 58">
                <a:extLst>
                  <a:ext uri="{FF2B5EF4-FFF2-40B4-BE49-F238E27FC236}">
                    <a16:creationId xmlns:a16="http://schemas.microsoft.com/office/drawing/2014/main" id="{C9623AF6-8072-3841-4A20-82119518D3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7" y="4940536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0" name="Imagem 59">
                <a:extLst>
                  <a:ext uri="{FF2B5EF4-FFF2-40B4-BE49-F238E27FC236}">
                    <a16:creationId xmlns:a16="http://schemas.microsoft.com/office/drawing/2014/main" id="{D850497D-D2C0-DA22-2AF0-6890DAC139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4168435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1" name="Imagem 60">
                <a:extLst>
                  <a:ext uri="{FF2B5EF4-FFF2-40B4-BE49-F238E27FC236}">
                    <a16:creationId xmlns:a16="http://schemas.microsoft.com/office/drawing/2014/main" id="{17929007-F863-CA26-7331-C19E3D9ADD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4086" y="3396334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63" name="Imagem 62">
                <a:extLst>
                  <a:ext uri="{FF2B5EF4-FFF2-40B4-BE49-F238E27FC236}">
                    <a16:creationId xmlns:a16="http://schemas.microsoft.com/office/drawing/2014/main" id="{C59A3AAD-5A12-420E-D710-B3767FD7C2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5" y="4937510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48" name="Imagem 447">
                <a:extLst>
                  <a:ext uri="{FF2B5EF4-FFF2-40B4-BE49-F238E27FC236}">
                    <a16:creationId xmlns:a16="http://schemas.microsoft.com/office/drawing/2014/main" id="{F9D807C7-D45D-0C0B-4B98-984435CCE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4165409"/>
                <a:ext cx="969591" cy="540000"/>
              </a:xfrm>
              <a:prstGeom prst="rect">
                <a:avLst/>
              </a:prstGeom>
            </p:spPr>
          </p:pic>
          <p:pic>
            <p:nvPicPr>
              <p:cNvPr id="449" name="Imagem 448">
                <a:extLst>
                  <a:ext uri="{FF2B5EF4-FFF2-40B4-BE49-F238E27FC236}">
                    <a16:creationId xmlns:a16="http://schemas.microsoft.com/office/drawing/2014/main" id="{F08E3237-790E-A32C-3EB7-8F4B28EC8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46904" y="3393308"/>
                <a:ext cx="969591" cy="540000"/>
              </a:xfrm>
              <a:prstGeom prst="rect">
                <a:avLst/>
              </a:prstGeom>
            </p:spPr>
          </p:pic>
        </p:grpSp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F2CE0D7E-6D72-6F03-6F41-4751D0CCD6AA}"/>
                </a:ext>
              </a:extLst>
            </p:cNvPr>
            <p:cNvSpPr txBox="1"/>
            <p:nvPr/>
          </p:nvSpPr>
          <p:spPr>
            <a:xfrm>
              <a:off x="3334518" y="-404025"/>
              <a:ext cx="1783905" cy="1302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200" dirty="0"/>
                <a:t>141</a:t>
              </a: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35645852-D6C4-DEDC-5403-799EAC0ACBDA}"/>
                </a:ext>
              </a:extLst>
            </p:cNvPr>
            <p:cNvSpPr txBox="1"/>
            <p:nvPr/>
          </p:nvSpPr>
          <p:spPr>
            <a:xfrm>
              <a:off x="1971043" y="2451566"/>
              <a:ext cx="665032" cy="14872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pt-PT" dirty="0"/>
            </a:p>
          </p:txBody>
        </p:sp>
        <p:sp>
          <p:nvSpPr>
            <p:cNvPr id="49" name="Oval 690">
              <a:extLst>
                <a:ext uri="{FF2B5EF4-FFF2-40B4-BE49-F238E27FC236}">
                  <a16:creationId xmlns:a16="http://schemas.microsoft.com/office/drawing/2014/main" id="{B181A058-CE52-30D0-46B8-E9B9AEAFB2E3}"/>
                </a:ext>
              </a:extLst>
            </p:cNvPr>
            <p:cNvSpPr/>
            <p:nvPr/>
          </p:nvSpPr>
          <p:spPr>
            <a:xfrm>
              <a:off x="4014779" y="3112507"/>
              <a:ext cx="360000" cy="359999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Oval 691">
              <a:extLst>
                <a:ext uri="{FF2B5EF4-FFF2-40B4-BE49-F238E27FC236}">
                  <a16:creationId xmlns:a16="http://schemas.microsoft.com/office/drawing/2014/main" id="{B2DB9C90-8830-8119-88F7-07E1FA637186}"/>
                </a:ext>
              </a:extLst>
            </p:cNvPr>
            <p:cNvSpPr/>
            <p:nvPr/>
          </p:nvSpPr>
          <p:spPr>
            <a:xfrm>
              <a:off x="4154463" y="3256531"/>
              <a:ext cx="72000" cy="7199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455" name="CaixaDeTexto 454">
            <a:extLst>
              <a:ext uri="{FF2B5EF4-FFF2-40B4-BE49-F238E27FC236}">
                <a16:creationId xmlns:a16="http://schemas.microsoft.com/office/drawing/2014/main" id="{95BF5DC7-42F2-8AEA-CFD6-A5B8C41208A6}"/>
              </a:ext>
            </a:extLst>
          </p:cNvPr>
          <p:cNvSpPr txBox="1"/>
          <p:nvPr/>
        </p:nvSpPr>
        <p:spPr>
          <a:xfrm>
            <a:off x="8997974" y="854982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176</a:t>
            </a:r>
          </a:p>
        </p:txBody>
      </p:sp>
      <p:sp>
        <p:nvSpPr>
          <p:cNvPr id="456" name="CaixaDeTexto 455">
            <a:extLst>
              <a:ext uri="{FF2B5EF4-FFF2-40B4-BE49-F238E27FC236}">
                <a16:creationId xmlns:a16="http://schemas.microsoft.com/office/drawing/2014/main" id="{46CE30A0-86FF-6DD5-174A-69D878F60E88}"/>
              </a:ext>
            </a:extLst>
          </p:cNvPr>
          <p:cNvSpPr txBox="1"/>
          <p:nvPr/>
        </p:nvSpPr>
        <p:spPr>
          <a:xfrm>
            <a:off x="9135832" y="228701"/>
            <a:ext cx="28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276553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C856-1A97-4AC0-93D0-E8075DBE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tângulo 458">
            <a:extLst>
              <a:ext uri="{FF2B5EF4-FFF2-40B4-BE49-F238E27FC236}">
                <a16:creationId xmlns:a16="http://schemas.microsoft.com/office/drawing/2014/main" id="{33D95000-F732-28E0-F476-325D6C06989C}"/>
              </a:ext>
            </a:extLst>
          </p:cNvPr>
          <p:cNvSpPr>
            <a:spLocks/>
          </p:cNvSpPr>
          <p:nvPr/>
        </p:nvSpPr>
        <p:spPr>
          <a:xfrm rot="16200000">
            <a:off x="6526408" y="459115"/>
            <a:ext cx="3600000" cy="4921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7ED9833-238A-7F57-808B-A2FBBC0989FA}"/>
              </a:ext>
            </a:extLst>
          </p:cNvPr>
          <p:cNvSpPr>
            <a:spLocks/>
          </p:cNvSpPr>
          <p:nvPr/>
        </p:nvSpPr>
        <p:spPr>
          <a:xfrm rot="16200000">
            <a:off x="1573065" y="456078"/>
            <a:ext cx="3600000" cy="49216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082164C-5E8A-6A1B-6BA8-03363B858DE3}"/>
              </a:ext>
            </a:extLst>
          </p:cNvPr>
          <p:cNvGrpSpPr/>
          <p:nvPr/>
        </p:nvGrpSpPr>
        <p:grpSpPr>
          <a:xfrm>
            <a:off x="3850727" y="1156814"/>
            <a:ext cx="1112686" cy="1174416"/>
            <a:chOff x="7475362" y="4932232"/>
            <a:chExt cx="1014431" cy="1067656"/>
          </a:xfrm>
        </p:grpSpPr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8182552E-11B7-7E7A-1589-CE167054B56B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38" name="Retângulo: Cantos Arredondados 37">
                <a:extLst>
                  <a:ext uri="{FF2B5EF4-FFF2-40B4-BE49-F238E27FC236}">
                    <a16:creationId xmlns:a16="http://schemas.microsoft.com/office/drawing/2014/main" id="{B067DCA9-7062-F0BF-E0F5-3531FC5B9336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9" name="Oval 54">
                <a:extLst>
                  <a:ext uri="{FF2B5EF4-FFF2-40B4-BE49-F238E27FC236}">
                    <a16:creationId xmlns:a16="http://schemas.microsoft.com/office/drawing/2014/main" id="{3B2F7926-7D74-FE4A-0651-3CA6EEBD654F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0" name="Oval 55">
                <a:extLst>
                  <a:ext uri="{FF2B5EF4-FFF2-40B4-BE49-F238E27FC236}">
                    <a16:creationId xmlns:a16="http://schemas.microsoft.com/office/drawing/2014/main" id="{B7AA193E-764F-F988-642D-DCADA8BA9287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tângulo 40">
                <a:extLst>
                  <a:ext uri="{FF2B5EF4-FFF2-40B4-BE49-F238E27FC236}">
                    <a16:creationId xmlns:a16="http://schemas.microsoft.com/office/drawing/2014/main" id="{8E9EE960-BEED-D4EC-1BD4-C2AA8F049228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tângulo 41">
                <a:extLst>
                  <a:ext uri="{FF2B5EF4-FFF2-40B4-BE49-F238E27FC236}">
                    <a16:creationId xmlns:a16="http://schemas.microsoft.com/office/drawing/2014/main" id="{85BFFEFF-8B4F-6150-7C34-E9BB8A07D611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3377F18C-CB0F-D107-C9B4-56B552E03C79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21" name="Agrupar 20">
                <a:extLst>
                  <a:ext uri="{FF2B5EF4-FFF2-40B4-BE49-F238E27FC236}">
                    <a16:creationId xmlns:a16="http://schemas.microsoft.com/office/drawing/2014/main" id="{C879393B-64BD-C951-FC56-9E4F5DFC5575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24" name="Imagem 23">
                  <a:extLst>
                    <a:ext uri="{FF2B5EF4-FFF2-40B4-BE49-F238E27FC236}">
                      <a16:creationId xmlns:a16="http://schemas.microsoft.com/office/drawing/2014/main" id="{4625070B-A969-1D0F-18D5-6368F88482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" name="Imagem 24">
                  <a:extLst>
                    <a:ext uri="{FF2B5EF4-FFF2-40B4-BE49-F238E27FC236}">
                      <a16:creationId xmlns:a16="http://schemas.microsoft.com/office/drawing/2014/main" id="{F77B2B62-D669-AB63-B1A5-F619407155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6" name="Imagem 25">
                  <a:extLst>
                    <a:ext uri="{FF2B5EF4-FFF2-40B4-BE49-F238E27FC236}">
                      <a16:creationId xmlns:a16="http://schemas.microsoft.com/office/drawing/2014/main" id="{8DFF8F82-AD80-BE84-3B38-5A34DFDFBD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7" name="Imagem 26">
                  <a:extLst>
                    <a:ext uri="{FF2B5EF4-FFF2-40B4-BE49-F238E27FC236}">
                      <a16:creationId xmlns:a16="http://schemas.microsoft.com/office/drawing/2014/main" id="{AE299DB3-6EDE-99FD-A4E3-148712717E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" name="Imagem 27">
                  <a:extLst>
                    <a:ext uri="{FF2B5EF4-FFF2-40B4-BE49-F238E27FC236}">
                      <a16:creationId xmlns:a16="http://schemas.microsoft.com/office/drawing/2014/main" id="{F60DD442-1701-517A-296A-57506B3073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" name="Imagem 28">
                  <a:extLst>
                    <a:ext uri="{FF2B5EF4-FFF2-40B4-BE49-F238E27FC236}">
                      <a16:creationId xmlns:a16="http://schemas.microsoft.com/office/drawing/2014/main" id="{767365D1-7C6D-8EB1-FE42-9219C57310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0" name="Imagem 29">
                  <a:extLst>
                    <a:ext uri="{FF2B5EF4-FFF2-40B4-BE49-F238E27FC236}">
                      <a16:creationId xmlns:a16="http://schemas.microsoft.com/office/drawing/2014/main" id="{B9F4DAD4-F552-0E91-FBD2-1AB42FCCD1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1" name="Imagem 30">
                  <a:extLst>
                    <a:ext uri="{FF2B5EF4-FFF2-40B4-BE49-F238E27FC236}">
                      <a16:creationId xmlns:a16="http://schemas.microsoft.com/office/drawing/2014/main" id="{9839D786-1A5E-9E52-AC28-E7A19F901E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2" name="Imagem 31">
                  <a:extLst>
                    <a:ext uri="{FF2B5EF4-FFF2-40B4-BE49-F238E27FC236}">
                      <a16:creationId xmlns:a16="http://schemas.microsoft.com/office/drawing/2014/main" id="{5CBB2891-B2BF-1A6D-7B35-D7E19C4929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" name="Imagem 32">
                  <a:extLst>
                    <a:ext uri="{FF2B5EF4-FFF2-40B4-BE49-F238E27FC236}">
                      <a16:creationId xmlns:a16="http://schemas.microsoft.com/office/drawing/2014/main" id="{53E6680B-F4F9-C9CB-37C0-76A4235D0A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" name="Imagem 33">
                  <a:extLst>
                    <a:ext uri="{FF2B5EF4-FFF2-40B4-BE49-F238E27FC236}">
                      <a16:creationId xmlns:a16="http://schemas.microsoft.com/office/drawing/2014/main" id="{6C59C14C-808F-134B-2D61-7955C14EBA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5" name="Imagem 34">
                  <a:extLst>
                    <a:ext uri="{FF2B5EF4-FFF2-40B4-BE49-F238E27FC236}">
                      <a16:creationId xmlns:a16="http://schemas.microsoft.com/office/drawing/2014/main" id="{7D573A0C-B316-A061-C8CF-99A1F95B19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" name="Imagem 35">
                  <a:extLst>
                    <a:ext uri="{FF2B5EF4-FFF2-40B4-BE49-F238E27FC236}">
                      <a16:creationId xmlns:a16="http://schemas.microsoft.com/office/drawing/2014/main" id="{1503AA83-A871-F8DD-A7AF-C50766C8B3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37" name="Imagem 36">
                  <a:extLst>
                    <a:ext uri="{FF2B5EF4-FFF2-40B4-BE49-F238E27FC236}">
                      <a16:creationId xmlns:a16="http://schemas.microsoft.com/office/drawing/2014/main" id="{499E2AB3-4537-4641-8641-E5D71DEE43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22" name="Oval 37">
                <a:extLst>
                  <a:ext uri="{FF2B5EF4-FFF2-40B4-BE49-F238E27FC236}">
                    <a16:creationId xmlns:a16="http://schemas.microsoft.com/office/drawing/2014/main" id="{7E0D3496-6C40-7681-26C4-BF838314758D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3" name="Oval 38">
                <a:extLst>
                  <a:ext uri="{FF2B5EF4-FFF2-40B4-BE49-F238E27FC236}">
                    <a16:creationId xmlns:a16="http://schemas.microsoft.com/office/drawing/2014/main" id="{E3A5038D-980E-7B4C-DD44-8A47AB7F757E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232" name="Agrupar 231">
            <a:extLst>
              <a:ext uri="{FF2B5EF4-FFF2-40B4-BE49-F238E27FC236}">
                <a16:creationId xmlns:a16="http://schemas.microsoft.com/office/drawing/2014/main" id="{DF050257-2713-ACB9-33C1-72AEB8E771C9}"/>
              </a:ext>
            </a:extLst>
          </p:cNvPr>
          <p:cNvGrpSpPr/>
          <p:nvPr/>
        </p:nvGrpSpPr>
        <p:grpSpPr>
          <a:xfrm rot="16200000">
            <a:off x="5356000" y="1364812"/>
            <a:ext cx="338554" cy="1058140"/>
            <a:chOff x="6519140" y="3845230"/>
            <a:chExt cx="256209" cy="2007877"/>
          </a:xfrm>
        </p:grpSpPr>
        <p:cxnSp>
          <p:nvCxnSpPr>
            <p:cNvPr id="233" name="Conexão reta unidirecional 28">
              <a:extLst>
                <a:ext uri="{FF2B5EF4-FFF2-40B4-BE49-F238E27FC236}">
                  <a16:creationId xmlns:a16="http://schemas.microsoft.com/office/drawing/2014/main" id="{61E8AEBB-4B13-7F2E-A67C-51FE812E9C4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868137" y="4788549"/>
              <a:ext cx="1775854" cy="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CaixaDeTexto 233">
              <a:extLst>
                <a:ext uri="{FF2B5EF4-FFF2-40B4-BE49-F238E27FC236}">
                  <a16:creationId xmlns:a16="http://schemas.microsoft.com/office/drawing/2014/main" id="{2818549E-67AD-0B89-25C9-43D02FADB62C}"/>
                </a:ext>
              </a:extLst>
            </p:cNvPr>
            <p:cNvSpPr txBox="1"/>
            <p:nvPr/>
          </p:nvSpPr>
          <p:spPr>
            <a:xfrm rot="5400000">
              <a:off x="5643306" y="4721064"/>
              <a:ext cx="2007877" cy="256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dirty="0"/>
                <a:t>140,5 mm</a:t>
              </a:r>
              <a:endParaRPr lang="pt-PT" sz="1100" dirty="0"/>
            </a:p>
          </p:txBody>
        </p:sp>
      </p:grpSp>
      <p:grpSp>
        <p:nvGrpSpPr>
          <p:cNvPr id="243" name="Agrupar 242">
            <a:extLst>
              <a:ext uri="{FF2B5EF4-FFF2-40B4-BE49-F238E27FC236}">
                <a16:creationId xmlns:a16="http://schemas.microsoft.com/office/drawing/2014/main" id="{55FBB850-826E-F3B8-69C2-243238A58BDD}"/>
              </a:ext>
            </a:extLst>
          </p:cNvPr>
          <p:cNvGrpSpPr/>
          <p:nvPr/>
        </p:nvGrpSpPr>
        <p:grpSpPr>
          <a:xfrm rot="10800000">
            <a:off x="1657063" y="1156814"/>
            <a:ext cx="1112686" cy="1174416"/>
            <a:chOff x="7475362" y="4932232"/>
            <a:chExt cx="1014431" cy="1067656"/>
          </a:xfrm>
        </p:grpSpPr>
        <p:grpSp>
          <p:nvGrpSpPr>
            <p:cNvPr id="244" name="Agrupar 243">
              <a:extLst>
                <a:ext uri="{FF2B5EF4-FFF2-40B4-BE49-F238E27FC236}">
                  <a16:creationId xmlns:a16="http://schemas.microsoft.com/office/drawing/2014/main" id="{1085CDCB-1187-C424-C6DD-2ADFE28C7777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263" name="Retângulo: Cantos Arredondados 262">
                <a:extLst>
                  <a:ext uri="{FF2B5EF4-FFF2-40B4-BE49-F238E27FC236}">
                    <a16:creationId xmlns:a16="http://schemas.microsoft.com/office/drawing/2014/main" id="{DEB66DC4-6106-091E-0DD3-48F95087500C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64" name="Oval 54">
                <a:extLst>
                  <a:ext uri="{FF2B5EF4-FFF2-40B4-BE49-F238E27FC236}">
                    <a16:creationId xmlns:a16="http://schemas.microsoft.com/office/drawing/2014/main" id="{FCEE5DCC-E184-B829-7CA9-5261C454ECD5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65" name="Oval 55">
                <a:extLst>
                  <a:ext uri="{FF2B5EF4-FFF2-40B4-BE49-F238E27FC236}">
                    <a16:creationId xmlns:a16="http://schemas.microsoft.com/office/drawing/2014/main" id="{F781A294-6A21-01E2-7CD3-520CC058EA84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6" name="Retângulo 265">
                <a:extLst>
                  <a:ext uri="{FF2B5EF4-FFF2-40B4-BE49-F238E27FC236}">
                    <a16:creationId xmlns:a16="http://schemas.microsoft.com/office/drawing/2014/main" id="{386D4A4D-8580-8167-998D-D1540F98955D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7" name="Retângulo 266">
                <a:extLst>
                  <a:ext uri="{FF2B5EF4-FFF2-40B4-BE49-F238E27FC236}">
                    <a16:creationId xmlns:a16="http://schemas.microsoft.com/office/drawing/2014/main" id="{7527D524-D85E-83A5-0736-D3E874F93CB6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45" name="Agrupar 244">
              <a:extLst>
                <a:ext uri="{FF2B5EF4-FFF2-40B4-BE49-F238E27FC236}">
                  <a16:creationId xmlns:a16="http://schemas.microsoft.com/office/drawing/2014/main" id="{23039BD5-F529-A4D1-9A30-71B6ADE5F1E6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246" name="Agrupar 245">
                <a:extLst>
                  <a:ext uri="{FF2B5EF4-FFF2-40B4-BE49-F238E27FC236}">
                    <a16:creationId xmlns:a16="http://schemas.microsoft.com/office/drawing/2014/main" id="{36BFA273-3A77-8A79-260E-55620553D3EC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249" name="Imagem 248">
                  <a:extLst>
                    <a:ext uri="{FF2B5EF4-FFF2-40B4-BE49-F238E27FC236}">
                      <a16:creationId xmlns:a16="http://schemas.microsoft.com/office/drawing/2014/main" id="{A38889BC-FDE1-816C-988D-A2C9DC5EBB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0" name="Imagem 249">
                  <a:extLst>
                    <a:ext uri="{FF2B5EF4-FFF2-40B4-BE49-F238E27FC236}">
                      <a16:creationId xmlns:a16="http://schemas.microsoft.com/office/drawing/2014/main" id="{9F7786C8-1CBD-2504-725C-316B5A2FC4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1" name="Imagem 250">
                  <a:extLst>
                    <a:ext uri="{FF2B5EF4-FFF2-40B4-BE49-F238E27FC236}">
                      <a16:creationId xmlns:a16="http://schemas.microsoft.com/office/drawing/2014/main" id="{857C878B-FC07-82ED-0349-561A4C067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2" name="Imagem 251">
                  <a:extLst>
                    <a:ext uri="{FF2B5EF4-FFF2-40B4-BE49-F238E27FC236}">
                      <a16:creationId xmlns:a16="http://schemas.microsoft.com/office/drawing/2014/main" id="{B21E1DDC-5ACD-E95C-0B2B-B0C8B32BE2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3" name="Imagem 252">
                  <a:extLst>
                    <a:ext uri="{FF2B5EF4-FFF2-40B4-BE49-F238E27FC236}">
                      <a16:creationId xmlns:a16="http://schemas.microsoft.com/office/drawing/2014/main" id="{8F98C193-DC59-4AB4-6556-3B949E0674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4" name="Imagem 253">
                  <a:extLst>
                    <a:ext uri="{FF2B5EF4-FFF2-40B4-BE49-F238E27FC236}">
                      <a16:creationId xmlns:a16="http://schemas.microsoft.com/office/drawing/2014/main" id="{54F09C8E-5F4F-05F3-6C23-6F12632128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5" name="Imagem 254">
                  <a:extLst>
                    <a:ext uri="{FF2B5EF4-FFF2-40B4-BE49-F238E27FC236}">
                      <a16:creationId xmlns:a16="http://schemas.microsoft.com/office/drawing/2014/main" id="{BB7C2FF8-3746-F3E0-9483-9D7426E764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6" name="Imagem 255">
                  <a:extLst>
                    <a:ext uri="{FF2B5EF4-FFF2-40B4-BE49-F238E27FC236}">
                      <a16:creationId xmlns:a16="http://schemas.microsoft.com/office/drawing/2014/main" id="{B38FD1F2-997D-FC89-6B4A-E181AAE80B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7" name="Imagem 256">
                  <a:extLst>
                    <a:ext uri="{FF2B5EF4-FFF2-40B4-BE49-F238E27FC236}">
                      <a16:creationId xmlns:a16="http://schemas.microsoft.com/office/drawing/2014/main" id="{52A7F284-32F0-086E-E3B5-7F4F9D01F8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8" name="Imagem 257">
                  <a:extLst>
                    <a:ext uri="{FF2B5EF4-FFF2-40B4-BE49-F238E27FC236}">
                      <a16:creationId xmlns:a16="http://schemas.microsoft.com/office/drawing/2014/main" id="{044DA167-55A5-191D-8A98-BE7D82EAE2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59" name="Imagem 258">
                  <a:extLst>
                    <a:ext uri="{FF2B5EF4-FFF2-40B4-BE49-F238E27FC236}">
                      <a16:creationId xmlns:a16="http://schemas.microsoft.com/office/drawing/2014/main" id="{790EA838-5FC7-8013-00EE-E77F7F1195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60" name="Imagem 259">
                  <a:extLst>
                    <a:ext uri="{FF2B5EF4-FFF2-40B4-BE49-F238E27FC236}">
                      <a16:creationId xmlns:a16="http://schemas.microsoft.com/office/drawing/2014/main" id="{B49F73B1-82D9-483D-A13F-2A7F170686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61" name="Imagem 260">
                  <a:extLst>
                    <a:ext uri="{FF2B5EF4-FFF2-40B4-BE49-F238E27FC236}">
                      <a16:creationId xmlns:a16="http://schemas.microsoft.com/office/drawing/2014/main" id="{2CAEC085-A187-F996-60F4-362E8639A2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262" name="Imagem 261">
                  <a:extLst>
                    <a:ext uri="{FF2B5EF4-FFF2-40B4-BE49-F238E27FC236}">
                      <a16:creationId xmlns:a16="http://schemas.microsoft.com/office/drawing/2014/main" id="{4CB70110-485F-4653-C94A-BDD3D0C385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247" name="Oval 37">
                <a:extLst>
                  <a:ext uri="{FF2B5EF4-FFF2-40B4-BE49-F238E27FC236}">
                    <a16:creationId xmlns:a16="http://schemas.microsoft.com/office/drawing/2014/main" id="{AF301B29-C258-3A39-EA4E-3D94C2AED636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48" name="Oval 38">
                <a:extLst>
                  <a:ext uri="{FF2B5EF4-FFF2-40B4-BE49-F238E27FC236}">
                    <a16:creationId xmlns:a16="http://schemas.microsoft.com/office/drawing/2014/main" id="{70E149D5-2C59-9168-74A6-231F54519C72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sp>
        <p:nvSpPr>
          <p:cNvPr id="268" name="Retângulo 267">
            <a:extLst>
              <a:ext uri="{FF2B5EF4-FFF2-40B4-BE49-F238E27FC236}">
                <a16:creationId xmlns:a16="http://schemas.microsoft.com/office/drawing/2014/main" id="{0844B3C1-A1D4-97EA-F2CC-FD2129E22616}"/>
              </a:ext>
            </a:extLst>
          </p:cNvPr>
          <p:cNvSpPr>
            <a:spLocks/>
          </p:cNvSpPr>
          <p:nvPr/>
        </p:nvSpPr>
        <p:spPr>
          <a:xfrm>
            <a:off x="912256" y="4716615"/>
            <a:ext cx="1253055" cy="1906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269" name="Agrupar 268">
            <a:extLst>
              <a:ext uri="{FF2B5EF4-FFF2-40B4-BE49-F238E27FC236}">
                <a16:creationId xmlns:a16="http://schemas.microsoft.com/office/drawing/2014/main" id="{36399F69-7944-A714-CE23-9079AB582A09}"/>
              </a:ext>
            </a:extLst>
          </p:cNvPr>
          <p:cNvGrpSpPr>
            <a:grpSpLocks/>
          </p:cNvGrpSpPr>
          <p:nvPr/>
        </p:nvGrpSpPr>
        <p:grpSpPr>
          <a:xfrm>
            <a:off x="1737967" y="4253535"/>
            <a:ext cx="2923877" cy="1471746"/>
            <a:chOff x="1161843" y="1835635"/>
            <a:chExt cx="2923877" cy="1471746"/>
          </a:xfrm>
        </p:grpSpPr>
        <p:sp>
          <p:nvSpPr>
            <p:cNvPr id="270" name="Retângulo 269">
              <a:extLst>
                <a:ext uri="{FF2B5EF4-FFF2-40B4-BE49-F238E27FC236}">
                  <a16:creationId xmlns:a16="http://schemas.microsoft.com/office/drawing/2014/main" id="{A553CB90-CA69-2649-16A8-F353C4980871}"/>
                </a:ext>
              </a:extLst>
            </p:cNvPr>
            <p:cNvSpPr>
              <a:spLocks/>
            </p:cNvSpPr>
            <p:nvPr/>
          </p:nvSpPr>
          <p:spPr>
            <a:xfrm rot="15090465">
              <a:off x="2115926" y="1974007"/>
              <a:ext cx="208495" cy="177269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1" name="Retângulo 270">
              <a:extLst>
                <a:ext uri="{FF2B5EF4-FFF2-40B4-BE49-F238E27FC236}">
                  <a16:creationId xmlns:a16="http://schemas.microsoft.com/office/drawing/2014/main" id="{3CEA0032-5C15-733D-69BD-2211973AEE98}"/>
                </a:ext>
              </a:extLst>
            </p:cNvPr>
            <p:cNvSpPr>
              <a:spLocks/>
            </p:cNvSpPr>
            <p:nvPr/>
          </p:nvSpPr>
          <p:spPr>
            <a:xfrm rot="14065231">
              <a:off x="3476076" y="1685423"/>
              <a:ext cx="159391" cy="10598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2" name="Retângulo 271">
              <a:extLst>
                <a:ext uri="{FF2B5EF4-FFF2-40B4-BE49-F238E27FC236}">
                  <a16:creationId xmlns:a16="http://schemas.microsoft.com/office/drawing/2014/main" id="{A65FECD5-E9DB-FC16-D25E-CE5D73952C23}"/>
                </a:ext>
              </a:extLst>
            </p:cNvPr>
            <p:cNvSpPr>
              <a:spLocks/>
            </p:cNvSpPr>
            <p:nvPr/>
          </p:nvSpPr>
          <p:spPr>
            <a:xfrm>
              <a:off x="3889920" y="1876011"/>
              <a:ext cx="150963" cy="2458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3" name="Oval 201">
              <a:extLst>
                <a:ext uri="{FF2B5EF4-FFF2-40B4-BE49-F238E27FC236}">
                  <a16:creationId xmlns:a16="http://schemas.microsoft.com/office/drawing/2014/main" id="{75B91390-AF96-818F-3C7D-075055BC662A}"/>
                </a:ext>
              </a:extLst>
            </p:cNvPr>
            <p:cNvSpPr>
              <a:spLocks/>
            </p:cNvSpPr>
            <p:nvPr/>
          </p:nvSpPr>
          <p:spPr>
            <a:xfrm>
              <a:off x="1161843" y="2971417"/>
              <a:ext cx="337567" cy="33596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Oval 202">
              <a:extLst>
                <a:ext uri="{FF2B5EF4-FFF2-40B4-BE49-F238E27FC236}">
                  <a16:creationId xmlns:a16="http://schemas.microsoft.com/office/drawing/2014/main" id="{F72545F6-2987-252A-2CBB-ADD3E3CCD0F8}"/>
                </a:ext>
              </a:extLst>
            </p:cNvPr>
            <p:cNvSpPr>
              <a:spLocks/>
            </p:cNvSpPr>
            <p:nvPr/>
          </p:nvSpPr>
          <p:spPr>
            <a:xfrm>
              <a:off x="2949231" y="2410642"/>
              <a:ext cx="282923" cy="29791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Oval 203">
              <a:extLst>
                <a:ext uri="{FF2B5EF4-FFF2-40B4-BE49-F238E27FC236}">
                  <a16:creationId xmlns:a16="http://schemas.microsoft.com/office/drawing/2014/main" id="{07269A53-E1E2-1B81-6D77-139630B6BAAF}"/>
                </a:ext>
              </a:extLst>
            </p:cNvPr>
            <p:cNvSpPr>
              <a:spLocks/>
            </p:cNvSpPr>
            <p:nvPr/>
          </p:nvSpPr>
          <p:spPr>
            <a:xfrm>
              <a:off x="3876821" y="1835635"/>
              <a:ext cx="178534" cy="17315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6" name="Retângulo 275">
              <a:extLst>
                <a:ext uri="{FF2B5EF4-FFF2-40B4-BE49-F238E27FC236}">
                  <a16:creationId xmlns:a16="http://schemas.microsoft.com/office/drawing/2014/main" id="{98CB5B05-E6E5-A36E-DE03-3B35B56048AF}"/>
                </a:ext>
              </a:extLst>
            </p:cNvPr>
            <p:cNvSpPr>
              <a:spLocks/>
            </p:cNvSpPr>
            <p:nvPr/>
          </p:nvSpPr>
          <p:spPr>
            <a:xfrm>
              <a:off x="3889920" y="2128651"/>
              <a:ext cx="150963" cy="589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7" name="Retângulo 276">
              <a:extLst>
                <a:ext uri="{FF2B5EF4-FFF2-40B4-BE49-F238E27FC236}">
                  <a16:creationId xmlns:a16="http://schemas.microsoft.com/office/drawing/2014/main" id="{DEB05141-C6F7-8D60-9A0D-C8F2FC842101}"/>
                </a:ext>
              </a:extLst>
            </p:cNvPr>
            <p:cNvSpPr>
              <a:spLocks/>
            </p:cNvSpPr>
            <p:nvPr/>
          </p:nvSpPr>
          <p:spPr>
            <a:xfrm rot="5400000">
              <a:off x="3981378" y="220778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78" name="Retângulo 277">
              <a:extLst>
                <a:ext uri="{FF2B5EF4-FFF2-40B4-BE49-F238E27FC236}">
                  <a16:creationId xmlns:a16="http://schemas.microsoft.com/office/drawing/2014/main" id="{B248571A-6987-2FF5-ECB6-0414A6C36130}"/>
                </a:ext>
              </a:extLst>
            </p:cNvPr>
            <p:cNvSpPr>
              <a:spLocks/>
            </p:cNvSpPr>
            <p:nvPr/>
          </p:nvSpPr>
          <p:spPr>
            <a:xfrm rot="5400000">
              <a:off x="3882929" y="2210758"/>
              <a:ext cx="68051" cy="457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279" name="Agrupar 278">
            <a:extLst>
              <a:ext uri="{FF2B5EF4-FFF2-40B4-BE49-F238E27FC236}">
                <a16:creationId xmlns:a16="http://schemas.microsoft.com/office/drawing/2014/main" id="{4310ABE6-C6B5-90F0-3155-AD94D41BC178}"/>
              </a:ext>
            </a:extLst>
          </p:cNvPr>
          <p:cNvGrpSpPr/>
          <p:nvPr/>
        </p:nvGrpSpPr>
        <p:grpSpPr>
          <a:xfrm>
            <a:off x="3843170" y="2632920"/>
            <a:ext cx="1112686" cy="1174416"/>
            <a:chOff x="7475362" y="4932232"/>
            <a:chExt cx="1014431" cy="1067656"/>
          </a:xfrm>
        </p:grpSpPr>
        <p:grpSp>
          <p:nvGrpSpPr>
            <p:cNvPr id="280" name="Agrupar 279">
              <a:extLst>
                <a:ext uri="{FF2B5EF4-FFF2-40B4-BE49-F238E27FC236}">
                  <a16:creationId xmlns:a16="http://schemas.microsoft.com/office/drawing/2014/main" id="{2C71B086-C5BA-0137-8FBA-E30B1959D9C6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299" name="Retângulo: Cantos Arredondados 298">
                <a:extLst>
                  <a:ext uri="{FF2B5EF4-FFF2-40B4-BE49-F238E27FC236}">
                    <a16:creationId xmlns:a16="http://schemas.microsoft.com/office/drawing/2014/main" id="{96662010-590C-9A78-A2EA-FCC4AED77446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00" name="Oval 54">
                <a:extLst>
                  <a:ext uri="{FF2B5EF4-FFF2-40B4-BE49-F238E27FC236}">
                    <a16:creationId xmlns:a16="http://schemas.microsoft.com/office/drawing/2014/main" id="{048C3494-0E21-FB68-AC77-08AEFE451E3B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01" name="Oval 55">
                <a:extLst>
                  <a:ext uri="{FF2B5EF4-FFF2-40B4-BE49-F238E27FC236}">
                    <a16:creationId xmlns:a16="http://schemas.microsoft.com/office/drawing/2014/main" id="{C0118B11-C6EF-7E8C-1F84-EE6D41B5411F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2" name="Retângulo 301">
                <a:extLst>
                  <a:ext uri="{FF2B5EF4-FFF2-40B4-BE49-F238E27FC236}">
                    <a16:creationId xmlns:a16="http://schemas.microsoft.com/office/drawing/2014/main" id="{2994591E-4F87-92F5-73C6-15B43F59AB4D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3" name="Retângulo 302">
                <a:extLst>
                  <a:ext uri="{FF2B5EF4-FFF2-40B4-BE49-F238E27FC236}">
                    <a16:creationId xmlns:a16="http://schemas.microsoft.com/office/drawing/2014/main" id="{F6D0D295-23F2-9CA4-2E0E-BF499C8D13AE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81" name="Agrupar 280">
              <a:extLst>
                <a:ext uri="{FF2B5EF4-FFF2-40B4-BE49-F238E27FC236}">
                  <a16:creationId xmlns:a16="http://schemas.microsoft.com/office/drawing/2014/main" id="{D4A0956F-6126-FF82-F08D-0257BC799C9D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282" name="Agrupar 281">
                <a:extLst>
                  <a:ext uri="{FF2B5EF4-FFF2-40B4-BE49-F238E27FC236}">
                    <a16:creationId xmlns:a16="http://schemas.microsoft.com/office/drawing/2014/main" id="{69106EFA-7B43-BC9A-2CD0-B048A4A8DE86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285" name="Imagem 284">
                  <a:extLst>
                    <a:ext uri="{FF2B5EF4-FFF2-40B4-BE49-F238E27FC236}">
                      <a16:creationId xmlns:a16="http://schemas.microsoft.com/office/drawing/2014/main" id="{178737F8-CFAC-3E4E-3AB8-476E977742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6" name="Imagem 285">
                  <a:extLst>
                    <a:ext uri="{FF2B5EF4-FFF2-40B4-BE49-F238E27FC236}">
                      <a16:creationId xmlns:a16="http://schemas.microsoft.com/office/drawing/2014/main" id="{6D5C0448-146E-1FA2-DEA1-B9DFB3B744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7" name="Imagem 286">
                  <a:extLst>
                    <a:ext uri="{FF2B5EF4-FFF2-40B4-BE49-F238E27FC236}">
                      <a16:creationId xmlns:a16="http://schemas.microsoft.com/office/drawing/2014/main" id="{46CF7A44-1D03-ABFB-1CD4-8D6C0BCB5B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8" name="Imagem 287">
                  <a:extLst>
                    <a:ext uri="{FF2B5EF4-FFF2-40B4-BE49-F238E27FC236}">
                      <a16:creationId xmlns:a16="http://schemas.microsoft.com/office/drawing/2014/main" id="{73635950-B799-A441-789C-ACB19001DB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89" name="Imagem 288">
                  <a:extLst>
                    <a:ext uri="{FF2B5EF4-FFF2-40B4-BE49-F238E27FC236}">
                      <a16:creationId xmlns:a16="http://schemas.microsoft.com/office/drawing/2014/main" id="{BF7C7C76-4E5D-A7D7-F39C-3E16763A64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0" name="Imagem 289">
                  <a:extLst>
                    <a:ext uri="{FF2B5EF4-FFF2-40B4-BE49-F238E27FC236}">
                      <a16:creationId xmlns:a16="http://schemas.microsoft.com/office/drawing/2014/main" id="{56F52855-16AE-59EB-53FB-528B9FAB81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1" name="Imagem 290">
                  <a:extLst>
                    <a:ext uri="{FF2B5EF4-FFF2-40B4-BE49-F238E27FC236}">
                      <a16:creationId xmlns:a16="http://schemas.microsoft.com/office/drawing/2014/main" id="{9FCE8CD1-B84D-083B-63A6-C6B7DA0948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2" name="Imagem 291">
                  <a:extLst>
                    <a:ext uri="{FF2B5EF4-FFF2-40B4-BE49-F238E27FC236}">
                      <a16:creationId xmlns:a16="http://schemas.microsoft.com/office/drawing/2014/main" id="{D9030227-09DC-E49C-7062-AAA80C8C68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3" name="Imagem 292">
                  <a:extLst>
                    <a:ext uri="{FF2B5EF4-FFF2-40B4-BE49-F238E27FC236}">
                      <a16:creationId xmlns:a16="http://schemas.microsoft.com/office/drawing/2014/main" id="{ED8C0D77-CF8F-3379-211E-093C2BB058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4" name="Imagem 293">
                  <a:extLst>
                    <a:ext uri="{FF2B5EF4-FFF2-40B4-BE49-F238E27FC236}">
                      <a16:creationId xmlns:a16="http://schemas.microsoft.com/office/drawing/2014/main" id="{3431C89C-EAB9-45C7-4A91-D28794B4C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5" name="Imagem 294">
                  <a:extLst>
                    <a:ext uri="{FF2B5EF4-FFF2-40B4-BE49-F238E27FC236}">
                      <a16:creationId xmlns:a16="http://schemas.microsoft.com/office/drawing/2014/main" id="{AD616FE7-A933-634B-F1F8-F19DB898AD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6" name="Imagem 295">
                  <a:extLst>
                    <a:ext uri="{FF2B5EF4-FFF2-40B4-BE49-F238E27FC236}">
                      <a16:creationId xmlns:a16="http://schemas.microsoft.com/office/drawing/2014/main" id="{5C7D7794-B625-BA7F-0FC7-85536AE5F9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297" name="Imagem 296">
                  <a:extLst>
                    <a:ext uri="{FF2B5EF4-FFF2-40B4-BE49-F238E27FC236}">
                      <a16:creationId xmlns:a16="http://schemas.microsoft.com/office/drawing/2014/main" id="{06CA195F-CCB9-D66C-BB9C-F5B34EDC1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298" name="Imagem 297">
                  <a:extLst>
                    <a:ext uri="{FF2B5EF4-FFF2-40B4-BE49-F238E27FC236}">
                      <a16:creationId xmlns:a16="http://schemas.microsoft.com/office/drawing/2014/main" id="{65105F45-0934-C786-A17C-35AB93884B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283" name="Oval 37">
                <a:extLst>
                  <a:ext uri="{FF2B5EF4-FFF2-40B4-BE49-F238E27FC236}">
                    <a16:creationId xmlns:a16="http://schemas.microsoft.com/office/drawing/2014/main" id="{63CDE950-F8F1-9250-81B0-CD5EEA294FAD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84" name="Oval 38">
                <a:extLst>
                  <a:ext uri="{FF2B5EF4-FFF2-40B4-BE49-F238E27FC236}">
                    <a16:creationId xmlns:a16="http://schemas.microsoft.com/office/drawing/2014/main" id="{33234F57-455C-A24A-3E21-83C354BF41D0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329" name="Agrupar 328">
            <a:extLst>
              <a:ext uri="{FF2B5EF4-FFF2-40B4-BE49-F238E27FC236}">
                <a16:creationId xmlns:a16="http://schemas.microsoft.com/office/drawing/2014/main" id="{4098E07F-3945-FE05-6656-B48F3F2F3E1A}"/>
              </a:ext>
            </a:extLst>
          </p:cNvPr>
          <p:cNvGrpSpPr/>
          <p:nvPr/>
        </p:nvGrpSpPr>
        <p:grpSpPr>
          <a:xfrm>
            <a:off x="1650485" y="2632920"/>
            <a:ext cx="1112686" cy="1174416"/>
            <a:chOff x="7475362" y="4932232"/>
            <a:chExt cx="1014431" cy="1067656"/>
          </a:xfrm>
        </p:grpSpPr>
        <p:grpSp>
          <p:nvGrpSpPr>
            <p:cNvPr id="330" name="Agrupar 329">
              <a:extLst>
                <a:ext uri="{FF2B5EF4-FFF2-40B4-BE49-F238E27FC236}">
                  <a16:creationId xmlns:a16="http://schemas.microsoft.com/office/drawing/2014/main" id="{E16A765B-A402-D3A6-91C1-DA43669F1F91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349" name="Retângulo: Cantos Arredondados 348">
                <a:extLst>
                  <a:ext uri="{FF2B5EF4-FFF2-40B4-BE49-F238E27FC236}">
                    <a16:creationId xmlns:a16="http://schemas.microsoft.com/office/drawing/2014/main" id="{AB6BFEE3-24B1-B5EC-5225-D89B565F9B9A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50" name="Oval 54">
                <a:extLst>
                  <a:ext uri="{FF2B5EF4-FFF2-40B4-BE49-F238E27FC236}">
                    <a16:creationId xmlns:a16="http://schemas.microsoft.com/office/drawing/2014/main" id="{AA3BCA57-ADD4-529A-0AC6-327E4E6DA04D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51" name="Oval 55">
                <a:extLst>
                  <a:ext uri="{FF2B5EF4-FFF2-40B4-BE49-F238E27FC236}">
                    <a16:creationId xmlns:a16="http://schemas.microsoft.com/office/drawing/2014/main" id="{5D552E5C-67CA-2900-A3B6-E67A022A20E2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2" name="Retângulo 351">
                <a:extLst>
                  <a:ext uri="{FF2B5EF4-FFF2-40B4-BE49-F238E27FC236}">
                    <a16:creationId xmlns:a16="http://schemas.microsoft.com/office/drawing/2014/main" id="{E019D85A-CA46-E295-1BA7-86C3B475187A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3" name="Retângulo 352">
                <a:extLst>
                  <a:ext uri="{FF2B5EF4-FFF2-40B4-BE49-F238E27FC236}">
                    <a16:creationId xmlns:a16="http://schemas.microsoft.com/office/drawing/2014/main" id="{CC005811-393B-7E2B-954F-637A396AD587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0492BD4A-5717-6AB3-F6BA-2BA3301E606C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332" name="Agrupar 331">
                <a:extLst>
                  <a:ext uri="{FF2B5EF4-FFF2-40B4-BE49-F238E27FC236}">
                    <a16:creationId xmlns:a16="http://schemas.microsoft.com/office/drawing/2014/main" id="{08BCDE98-72D8-ABD6-06F5-6DD69AA6D912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335" name="Imagem 334">
                  <a:extLst>
                    <a:ext uri="{FF2B5EF4-FFF2-40B4-BE49-F238E27FC236}">
                      <a16:creationId xmlns:a16="http://schemas.microsoft.com/office/drawing/2014/main" id="{3C302CB5-02D8-773A-45EA-521766C8D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6" name="Imagem 335">
                  <a:extLst>
                    <a:ext uri="{FF2B5EF4-FFF2-40B4-BE49-F238E27FC236}">
                      <a16:creationId xmlns:a16="http://schemas.microsoft.com/office/drawing/2014/main" id="{B225A63A-A8C5-CA5B-85E0-9D6CF31D77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7" name="Imagem 336">
                  <a:extLst>
                    <a:ext uri="{FF2B5EF4-FFF2-40B4-BE49-F238E27FC236}">
                      <a16:creationId xmlns:a16="http://schemas.microsoft.com/office/drawing/2014/main" id="{54D5B9F2-95E8-CAF4-FD2E-02A55CCE37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8" name="Imagem 337">
                  <a:extLst>
                    <a:ext uri="{FF2B5EF4-FFF2-40B4-BE49-F238E27FC236}">
                      <a16:creationId xmlns:a16="http://schemas.microsoft.com/office/drawing/2014/main" id="{2523056F-FFD4-C4E8-EF84-F0F11FFB9B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39" name="Imagem 338">
                  <a:extLst>
                    <a:ext uri="{FF2B5EF4-FFF2-40B4-BE49-F238E27FC236}">
                      <a16:creationId xmlns:a16="http://schemas.microsoft.com/office/drawing/2014/main" id="{A252567A-BE97-6675-A628-EBE5A31509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0" name="Imagem 339">
                  <a:extLst>
                    <a:ext uri="{FF2B5EF4-FFF2-40B4-BE49-F238E27FC236}">
                      <a16:creationId xmlns:a16="http://schemas.microsoft.com/office/drawing/2014/main" id="{1151E7EE-366A-A075-43B5-29360FF37D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1" name="Imagem 340">
                  <a:extLst>
                    <a:ext uri="{FF2B5EF4-FFF2-40B4-BE49-F238E27FC236}">
                      <a16:creationId xmlns:a16="http://schemas.microsoft.com/office/drawing/2014/main" id="{EBB2867F-4F3D-6E6F-D514-D9320F31AD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2" name="Imagem 341">
                  <a:extLst>
                    <a:ext uri="{FF2B5EF4-FFF2-40B4-BE49-F238E27FC236}">
                      <a16:creationId xmlns:a16="http://schemas.microsoft.com/office/drawing/2014/main" id="{94BDCCFC-C7E2-F068-2CD5-95FE5E282C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3" name="Imagem 342">
                  <a:extLst>
                    <a:ext uri="{FF2B5EF4-FFF2-40B4-BE49-F238E27FC236}">
                      <a16:creationId xmlns:a16="http://schemas.microsoft.com/office/drawing/2014/main" id="{D83C1982-3EEF-B359-4A60-062C08E2EA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4" name="Imagem 343">
                  <a:extLst>
                    <a:ext uri="{FF2B5EF4-FFF2-40B4-BE49-F238E27FC236}">
                      <a16:creationId xmlns:a16="http://schemas.microsoft.com/office/drawing/2014/main" id="{6C02CC0E-3983-2A78-4C4A-4BE46E6EBF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5" name="Imagem 344">
                  <a:extLst>
                    <a:ext uri="{FF2B5EF4-FFF2-40B4-BE49-F238E27FC236}">
                      <a16:creationId xmlns:a16="http://schemas.microsoft.com/office/drawing/2014/main" id="{F86C45AC-0474-FE08-C50D-BDAC88B246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6" name="Imagem 345">
                  <a:extLst>
                    <a:ext uri="{FF2B5EF4-FFF2-40B4-BE49-F238E27FC236}">
                      <a16:creationId xmlns:a16="http://schemas.microsoft.com/office/drawing/2014/main" id="{FAAD90A4-9EF0-D89A-3FE3-C9BA0F12DC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47" name="Imagem 346">
                  <a:extLst>
                    <a:ext uri="{FF2B5EF4-FFF2-40B4-BE49-F238E27FC236}">
                      <a16:creationId xmlns:a16="http://schemas.microsoft.com/office/drawing/2014/main" id="{D2D764AF-74C8-8F78-C826-7061D6B32B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348" name="Imagem 347">
                  <a:extLst>
                    <a:ext uri="{FF2B5EF4-FFF2-40B4-BE49-F238E27FC236}">
                      <a16:creationId xmlns:a16="http://schemas.microsoft.com/office/drawing/2014/main" id="{4846A0B2-01DC-35BC-302B-415F93B2FF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333" name="Oval 37">
                <a:extLst>
                  <a:ext uri="{FF2B5EF4-FFF2-40B4-BE49-F238E27FC236}">
                    <a16:creationId xmlns:a16="http://schemas.microsoft.com/office/drawing/2014/main" id="{3F1EEEE3-D948-63CC-C834-C93844F7D73E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34" name="Oval 38">
                <a:extLst>
                  <a:ext uri="{FF2B5EF4-FFF2-40B4-BE49-F238E27FC236}">
                    <a16:creationId xmlns:a16="http://schemas.microsoft.com/office/drawing/2014/main" id="{0894F440-4611-D7B6-A82F-E1FF22E8F874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354" name="Agrupar 353">
            <a:extLst>
              <a:ext uri="{FF2B5EF4-FFF2-40B4-BE49-F238E27FC236}">
                <a16:creationId xmlns:a16="http://schemas.microsoft.com/office/drawing/2014/main" id="{1ECB52B4-9272-4457-EBF1-9C05B1B5608B}"/>
              </a:ext>
            </a:extLst>
          </p:cNvPr>
          <p:cNvGrpSpPr/>
          <p:nvPr/>
        </p:nvGrpSpPr>
        <p:grpSpPr>
          <a:xfrm rot="10800000">
            <a:off x="2227932" y="2318194"/>
            <a:ext cx="1131839" cy="338554"/>
            <a:chOff x="4620612" y="5618958"/>
            <a:chExt cx="2394615" cy="656387"/>
          </a:xfrm>
        </p:grpSpPr>
        <p:sp>
          <p:nvSpPr>
            <p:cNvPr id="355" name="CaixaDeTexto 354">
              <a:extLst>
                <a:ext uri="{FF2B5EF4-FFF2-40B4-BE49-F238E27FC236}">
                  <a16:creationId xmlns:a16="http://schemas.microsoft.com/office/drawing/2014/main" id="{43C7EACC-AD02-B1EB-6059-2DF01E8D04BD}"/>
                </a:ext>
              </a:extLst>
            </p:cNvPr>
            <p:cNvSpPr txBox="1"/>
            <p:nvPr/>
          </p:nvSpPr>
          <p:spPr>
            <a:xfrm rot="10800000">
              <a:off x="4620612" y="5618958"/>
              <a:ext cx="2277656" cy="656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15,25 mm</a:t>
              </a:r>
            </a:p>
          </p:txBody>
        </p:sp>
        <p:cxnSp>
          <p:nvCxnSpPr>
            <p:cNvPr id="356" name="Conexão reta unidirecional 29">
              <a:extLst>
                <a:ext uri="{FF2B5EF4-FFF2-40B4-BE49-F238E27FC236}">
                  <a16:creationId xmlns:a16="http://schemas.microsoft.com/office/drawing/2014/main" id="{89E08C17-2B65-36C7-17D0-51F10B9E3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5227" y="5677408"/>
              <a:ext cx="0" cy="56968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F580971D-A782-39BB-FBE9-3C4F28A6E626}"/>
              </a:ext>
            </a:extLst>
          </p:cNvPr>
          <p:cNvGrpSpPr/>
          <p:nvPr/>
        </p:nvGrpSpPr>
        <p:grpSpPr>
          <a:xfrm rot="16200000">
            <a:off x="1366890" y="3758059"/>
            <a:ext cx="746315" cy="1011815"/>
            <a:chOff x="8026479" y="1330029"/>
            <a:chExt cx="860767" cy="1011815"/>
          </a:xfrm>
        </p:grpSpPr>
        <p:cxnSp>
          <p:nvCxnSpPr>
            <p:cNvPr id="51" name="Conexão reta unidirecional 19">
              <a:extLst>
                <a:ext uri="{FF2B5EF4-FFF2-40B4-BE49-F238E27FC236}">
                  <a16:creationId xmlns:a16="http://schemas.microsoft.com/office/drawing/2014/main" id="{D883385F-D793-CF0A-665D-AC00FB7081E2}"/>
                </a:ext>
              </a:extLst>
            </p:cNvPr>
            <p:cNvCxnSpPr>
              <a:cxnSpLocks/>
            </p:cNvCxnSpPr>
            <p:nvPr/>
          </p:nvCxnSpPr>
          <p:spPr>
            <a:xfrm>
              <a:off x="8026479" y="2306242"/>
              <a:ext cx="8607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D41864E8-78EC-02F3-1008-91292CD30AD7}"/>
                </a:ext>
              </a:extLst>
            </p:cNvPr>
            <p:cNvSpPr txBox="1"/>
            <p:nvPr/>
          </p:nvSpPr>
          <p:spPr>
            <a:xfrm rot="5400000">
              <a:off x="7961320" y="1658449"/>
              <a:ext cx="1011815" cy="3549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 dirty="0"/>
                <a:t>232,75 mm</a:t>
              </a:r>
            </a:p>
          </p:txBody>
        </p:sp>
      </p:grpSp>
      <p:grpSp>
        <p:nvGrpSpPr>
          <p:cNvPr id="359" name="Agrupar 358">
            <a:extLst>
              <a:ext uri="{FF2B5EF4-FFF2-40B4-BE49-F238E27FC236}">
                <a16:creationId xmlns:a16="http://schemas.microsoft.com/office/drawing/2014/main" id="{96AE598F-5F2F-CE5B-40FB-866CFD309BD5}"/>
              </a:ext>
            </a:extLst>
          </p:cNvPr>
          <p:cNvGrpSpPr/>
          <p:nvPr/>
        </p:nvGrpSpPr>
        <p:grpSpPr>
          <a:xfrm rot="10800000">
            <a:off x="8238055" y="1156814"/>
            <a:ext cx="1112686" cy="1174416"/>
            <a:chOff x="7475362" y="4932232"/>
            <a:chExt cx="1014431" cy="1067656"/>
          </a:xfrm>
        </p:grpSpPr>
        <p:grpSp>
          <p:nvGrpSpPr>
            <p:cNvPr id="360" name="Agrupar 359">
              <a:extLst>
                <a:ext uri="{FF2B5EF4-FFF2-40B4-BE49-F238E27FC236}">
                  <a16:creationId xmlns:a16="http://schemas.microsoft.com/office/drawing/2014/main" id="{543CECF6-B69D-A3ED-C9BA-90F5DCFC368D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379" name="Retângulo: Cantos Arredondados 378">
                <a:extLst>
                  <a:ext uri="{FF2B5EF4-FFF2-40B4-BE49-F238E27FC236}">
                    <a16:creationId xmlns:a16="http://schemas.microsoft.com/office/drawing/2014/main" id="{7580B55A-45D4-DDB4-4A7A-DCD2B5C5A0FC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80" name="Oval 54">
                <a:extLst>
                  <a:ext uri="{FF2B5EF4-FFF2-40B4-BE49-F238E27FC236}">
                    <a16:creationId xmlns:a16="http://schemas.microsoft.com/office/drawing/2014/main" id="{3BF8DF83-8AD0-23BA-BF37-472F83E61186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81" name="Oval 55">
                <a:extLst>
                  <a:ext uri="{FF2B5EF4-FFF2-40B4-BE49-F238E27FC236}">
                    <a16:creationId xmlns:a16="http://schemas.microsoft.com/office/drawing/2014/main" id="{0C526C64-A75C-C509-6074-CC961F2FE015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2" name="Retângulo 381">
                <a:extLst>
                  <a:ext uri="{FF2B5EF4-FFF2-40B4-BE49-F238E27FC236}">
                    <a16:creationId xmlns:a16="http://schemas.microsoft.com/office/drawing/2014/main" id="{37EB3B4C-3383-79FC-7A27-CDED3465225B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3" name="Retângulo 382">
                <a:extLst>
                  <a:ext uri="{FF2B5EF4-FFF2-40B4-BE49-F238E27FC236}">
                    <a16:creationId xmlns:a16="http://schemas.microsoft.com/office/drawing/2014/main" id="{4D718256-D9F4-D0A6-E7FB-5580CCC674A0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61" name="Agrupar 360">
              <a:extLst>
                <a:ext uri="{FF2B5EF4-FFF2-40B4-BE49-F238E27FC236}">
                  <a16:creationId xmlns:a16="http://schemas.microsoft.com/office/drawing/2014/main" id="{85CBCA8D-6457-5235-7CAE-25008029DF3A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362" name="Agrupar 361">
                <a:extLst>
                  <a:ext uri="{FF2B5EF4-FFF2-40B4-BE49-F238E27FC236}">
                    <a16:creationId xmlns:a16="http://schemas.microsoft.com/office/drawing/2014/main" id="{5F2F22D2-F6E9-BF26-A2EF-E154B311570F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365" name="Imagem 364">
                  <a:extLst>
                    <a:ext uri="{FF2B5EF4-FFF2-40B4-BE49-F238E27FC236}">
                      <a16:creationId xmlns:a16="http://schemas.microsoft.com/office/drawing/2014/main" id="{82D45E64-2776-049D-04C3-F8DDF293E1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6" name="Imagem 365">
                  <a:extLst>
                    <a:ext uri="{FF2B5EF4-FFF2-40B4-BE49-F238E27FC236}">
                      <a16:creationId xmlns:a16="http://schemas.microsoft.com/office/drawing/2014/main" id="{7281C0C1-AE1F-1A93-AC59-147C567F77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7" name="Imagem 366">
                  <a:extLst>
                    <a:ext uri="{FF2B5EF4-FFF2-40B4-BE49-F238E27FC236}">
                      <a16:creationId xmlns:a16="http://schemas.microsoft.com/office/drawing/2014/main" id="{84789023-A224-1713-E3C5-624AC1AB36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8" name="Imagem 367">
                  <a:extLst>
                    <a:ext uri="{FF2B5EF4-FFF2-40B4-BE49-F238E27FC236}">
                      <a16:creationId xmlns:a16="http://schemas.microsoft.com/office/drawing/2014/main" id="{2AA99B13-EA72-D844-B358-F90539497F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69" name="Imagem 368">
                  <a:extLst>
                    <a:ext uri="{FF2B5EF4-FFF2-40B4-BE49-F238E27FC236}">
                      <a16:creationId xmlns:a16="http://schemas.microsoft.com/office/drawing/2014/main" id="{BA04D558-121F-E9C5-E0FF-0D65D6CA0E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0" name="Imagem 369">
                  <a:extLst>
                    <a:ext uri="{FF2B5EF4-FFF2-40B4-BE49-F238E27FC236}">
                      <a16:creationId xmlns:a16="http://schemas.microsoft.com/office/drawing/2014/main" id="{97EF1ED1-C562-4564-01D1-0A6631959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1" name="Imagem 370">
                  <a:extLst>
                    <a:ext uri="{FF2B5EF4-FFF2-40B4-BE49-F238E27FC236}">
                      <a16:creationId xmlns:a16="http://schemas.microsoft.com/office/drawing/2014/main" id="{B2988232-E8B7-F1EA-D1D4-71B9BAAE17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2" name="Imagem 371">
                  <a:extLst>
                    <a:ext uri="{FF2B5EF4-FFF2-40B4-BE49-F238E27FC236}">
                      <a16:creationId xmlns:a16="http://schemas.microsoft.com/office/drawing/2014/main" id="{27F75919-ADF7-87F9-438E-F432A5162E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3" name="Imagem 372">
                  <a:extLst>
                    <a:ext uri="{FF2B5EF4-FFF2-40B4-BE49-F238E27FC236}">
                      <a16:creationId xmlns:a16="http://schemas.microsoft.com/office/drawing/2014/main" id="{7DE48D5B-86D9-50CE-D6B8-E960B943D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4" name="Imagem 373">
                  <a:extLst>
                    <a:ext uri="{FF2B5EF4-FFF2-40B4-BE49-F238E27FC236}">
                      <a16:creationId xmlns:a16="http://schemas.microsoft.com/office/drawing/2014/main" id="{DEEDF4BF-73CB-FD54-E5FA-A04B1737A7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5" name="Imagem 374">
                  <a:extLst>
                    <a:ext uri="{FF2B5EF4-FFF2-40B4-BE49-F238E27FC236}">
                      <a16:creationId xmlns:a16="http://schemas.microsoft.com/office/drawing/2014/main" id="{D0820A12-FF79-1020-F70F-4B495EA867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6" name="Imagem 375">
                  <a:extLst>
                    <a:ext uri="{FF2B5EF4-FFF2-40B4-BE49-F238E27FC236}">
                      <a16:creationId xmlns:a16="http://schemas.microsoft.com/office/drawing/2014/main" id="{09578D84-DBE0-17D4-53DA-A7E5A51DD2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77" name="Imagem 376">
                  <a:extLst>
                    <a:ext uri="{FF2B5EF4-FFF2-40B4-BE49-F238E27FC236}">
                      <a16:creationId xmlns:a16="http://schemas.microsoft.com/office/drawing/2014/main" id="{92C3E775-F9AE-0B7C-A49B-0B4B3E710F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378" name="Imagem 377">
                  <a:extLst>
                    <a:ext uri="{FF2B5EF4-FFF2-40B4-BE49-F238E27FC236}">
                      <a16:creationId xmlns:a16="http://schemas.microsoft.com/office/drawing/2014/main" id="{2633A1EF-F248-D32D-4F9E-32E12B778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363" name="Oval 37">
                <a:extLst>
                  <a:ext uri="{FF2B5EF4-FFF2-40B4-BE49-F238E27FC236}">
                    <a16:creationId xmlns:a16="http://schemas.microsoft.com/office/drawing/2014/main" id="{8C3311AF-6027-6355-E5B4-8238E45FD860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64" name="Oval 38">
                <a:extLst>
                  <a:ext uri="{FF2B5EF4-FFF2-40B4-BE49-F238E27FC236}">
                    <a16:creationId xmlns:a16="http://schemas.microsoft.com/office/drawing/2014/main" id="{F10147C2-B7F1-8CE1-0BBC-04113ADCA0BD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384" name="Agrupar 383">
            <a:extLst>
              <a:ext uri="{FF2B5EF4-FFF2-40B4-BE49-F238E27FC236}">
                <a16:creationId xmlns:a16="http://schemas.microsoft.com/office/drawing/2014/main" id="{B545648A-B338-E6B4-B640-84F789351439}"/>
              </a:ext>
            </a:extLst>
          </p:cNvPr>
          <p:cNvGrpSpPr/>
          <p:nvPr/>
        </p:nvGrpSpPr>
        <p:grpSpPr>
          <a:xfrm rot="10800000">
            <a:off x="6044391" y="1156814"/>
            <a:ext cx="1112686" cy="1174416"/>
            <a:chOff x="7475362" y="4932232"/>
            <a:chExt cx="1014431" cy="1067656"/>
          </a:xfrm>
        </p:grpSpPr>
        <p:grpSp>
          <p:nvGrpSpPr>
            <p:cNvPr id="385" name="Agrupar 384">
              <a:extLst>
                <a:ext uri="{FF2B5EF4-FFF2-40B4-BE49-F238E27FC236}">
                  <a16:creationId xmlns:a16="http://schemas.microsoft.com/office/drawing/2014/main" id="{41242B54-DB44-17BA-DC41-D864C7736959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404" name="Retângulo: Cantos Arredondados 403">
                <a:extLst>
                  <a:ext uri="{FF2B5EF4-FFF2-40B4-BE49-F238E27FC236}">
                    <a16:creationId xmlns:a16="http://schemas.microsoft.com/office/drawing/2014/main" id="{17B2731C-2056-D786-462C-81E7C6A6E923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05" name="Oval 54">
                <a:extLst>
                  <a:ext uri="{FF2B5EF4-FFF2-40B4-BE49-F238E27FC236}">
                    <a16:creationId xmlns:a16="http://schemas.microsoft.com/office/drawing/2014/main" id="{A7137054-5CF3-92E9-5255-ABE309BBC852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06" name="Oval 55">
                <a:extLst>
                  <a:ext uri="{FF2B5EF4-FFF2-40B4-BE49-F238E27FC236}">
                    <a16:creationId xmlns:a16="http://schemas.microsoft.com/office/drawing/2014/main" id="{3C77F22C-E6B1-363C-BD69-A32224B7839B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7" name="Retângulo 406">
                <a:extLst>
                  <a:ext uri="{FF2B5EF4-FFF2-40B4-BE49-F238E27FC236}">
                    <a16:creationId xmlns:a16="http://schemas.microsoft.com/office/drawing/2014/main" id="{5319DF90-57D4-C47A-49F6-66FBF3879B30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8" name="Retângulo 407">
                <a:extLst>
                  <a:ext uri="{FF2B5EF4-FFF2-40B4-BE49-F238E27FC236}">
                    <a16:creationId xmlns:a16="http://schemas.microsoft.com/office/drawing/2014/main" id="{D0A374E5-6055-4ED7-6494-B36B28D8BD99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86" name="Agrupar 385">
              <a:extLst>
                <a:ext uri="{FF2B5EF4-FFF2-40B4-BE49-F238E27FC236}">
                  <a16:creationId xmlns:a16="http://schemas.microsoft.com/office/drawing/2014/main" id="{343DD984-349A-E905-5594-B80DFD6C96E1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387" name="Agrupar 386">
                <a:extLst>
                  <a:ext uri="{FF2B5EF4-FFF2-40B4-BE49-F238E27FC236}">
                    <a16:creationId xmlns:a16="http://schemas.microsoft.com/office/drawing/2014/main" id="{8A98ECCE-5B10-6FC4-4C8A-8FD9A5A6626D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390" name="Imagem 389">
                  <a:extLst>
                    <a:ext uri="{FF2B5EF4-FFF2-40B4-BE49-F238E27FC236}">
                      <a16:creationId xmlns:a16="http://schemas.microsoft.com/office/drawing/2014/main" id="{A6377AC1-BC0E-1902-DD05-561E3E6A98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1" name="Imagem 390">
                  <a:extLst>
                    <a:ext uri="{FF2B5EF4-FFF2-40B4-BE49-F238E27FC236}">
                      <a16:creationId xmlns:a16="http://schemas.microsoft.com/office/drawing/2014/main" id="{FB8E5BC2-C97C-54DC-FF19-6A096190E8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2" name="Imagem 391">
                  <a:extLst>
                    <a:ext uri="{FF2B5EF4-FFF2-40B4-BE49-F238E27FC236}">
                      <a16:creationId xmlns:a16="http://schemas.microsoft.com/office/drawing/2014/main" id="{50B14688-7F42-660F-2C5D-BA48BBC2C0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3" name="Imagem 392">
                  <a:extLst>
                    <a:ext uri="{FF2B5EF4-FFF2-40B4-BE49-F238E27FC236}">
                      <a16:creationId xmlns:a16="http://schemas.microsoft.com/office/drawing/2014/main" id="{65518BA4-A15E-429E-9577-8A4763229D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4" name="Imagem 393">
                  <a:extLst>
                    <a:ext uri="{FF2B5EF4-FFF2-40B4-BE49-F238E27FC236}">
                      <a16:creationId xmlns:a16="http://schemas.microsoft.com/office/drawing/2014/main" id="{3247E828-56DE-5BF5-CA6A-F4A5D8C5F4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5" name="Imagem 394">
                  <a:extLst>
                    <a:ext uri="{FF2B5EF4-FFF2-40B4-BE49-F238E27FC236}">
                      <a16:creationId xmlns:a16="http://schemas.microsoft.com/office/drawing/2014/main" id="{87B5CEBA-783F-68EF-1E8E-6A1E88C84B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6" name="Imagem 395">
                  <a:extLst>
                    <a:ext uri="{FF2B5EF4-FFF2-40B4-BE49-F238E27FC236}">
                      <a16:creationId xmlns:a16="http://schemas.microsoft.com/office/drawing/2014/main" id="{C9A7466A-CFBC-A3B9-D897-1804CA4985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7" name="Imagem 396">
                  <a:extLst>
                    <a:ext uri="{FF2B5EF4-FFF2-40B4-BE49-F238E27FC236}">
                      <a16:creationId xmlns:a16="http://schemas.microsoft.com/office/drawing/2014/main" id="{4C11016C-579F-33B8-0A83-A5F23D0676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8" name="Imagem 397">
                  <a:extLst>
                    <a:ext uri="{FF2B5EF4-FFF2-40B4-BE49-F238E27FC236}">
                      <a16:creationId xmlns:a16="http://schemas.microsoft.com/office/drawing/2014/main" id="{879E7661-F7EF-5C07-EDF7-CB3AC14097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399" name="Imagem 398">
                  <a:extLst>
                    <a:ext uri="{FF2B5EF4-FFF2-40B4-BE49-F238E27FC236}">
                      <a16:creationId xmlns:a16="http://schemas.microsoft.com/office/drawing/2014/main" id="{2260E70F-7BC9-40F6-9AB8-F0BA304CFF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00" name="Imagem 399">
                  <a:extLst>
                    <a:ext uri="{FF2B5EF4-FFF2-40B4-BE49-F238E27FC236}">
                      <a16:creationId xmlns:a16="http://schemas.microsoft.com/office/drawing/2014/main" id="{A56A1AF2-B044-7CBB-9D0F-98A0A536FF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01" name="Imagem 400">
                  <a:extLst>
                    <a:ext uri="{FF2B5EF4-FFF2-40B4-BE49-F238E27FC236}">
                      <a16:creationId xmlns:a16="http://schemas.microsoft.com/office/drawing/2014/main" id="{521310A2-1A87-639E-9BF8-1FEDD7BD62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02" name="Imagem 401">
                  <a:extLst>
                    <a:ext uri="{FF2B5EF4-FFF2-40B4-BE49-F238E27FC236}">
                      <a16:creationId xmlns:a16="http://schemas.microsoft.com/office/drawing/2014/main" id="{127EF489-2CED-8C39-534A-F739A78DDD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403" name="Imagem 402">
                  <a:extLst>
                    <a:ext uri="{FF2B5EF4-FFF2-40B4-BE49-F238E27FC236}">
                      <a16:creationId xmlns:a16="http://schemas.microsoft.com/office/drawing/2014/main" id="{68685DEC-03CC-261A-714E-6C5A38149B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388" name="Oval 37">
                <a:extLst>
                  <a:ext uri="{FF2B5EF4-FFF2-40B4-BE49-F238E27FC236}">
                    <a16:creationId xmlns:a16="http://schemas.microsoft.com/office/drawing/2014/main" id="{F98D2DB9-A131-11A0-8010-0719BE5A6D21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89" name="Oval 38">
                <a:extLst>
                  <a:ext uri="{FF2B5EF4-FFF2-40B4-BE49-F238E27FC236}">
                    <a16:creationId xmlns:a16="http://schemas.microsoft.com/office/drawing/2014/main" id="{74B3EC83-E091-9C40-F088-5D64408636FC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409" name="Agrupar 408">
            <a:extLst>
              <a:ext uri="{FF2B5EF4-FFF2-40B4-BE49-F238E27FC236}">
                <a16:creationId xmlns:a16="http://schemas.microsoft.com/office/drawing/2014/main" id="{097BBFBB-5905-6E49-DE9D-9EB33AAB9892}"/>
              </a:ext>
            </a:extLst>
          </p:cNvPr>
          <p:cNvGrpSpPr/>
          <p:nvPr/>
        </p:nvGrpSpPr>
        <p:grpSpPr>
          <a:xfrm rot="10800000">
            <a:off x="8228539" y="2632920"/>
            <a:ext cx="1112686" cy="1174416"/>
            <a:chOff x="7475362" y="4932232"/>
            <a:chExt cx="1014431" cy="1067656"/>
          </a:xfrm>
        </p:grpSpPr>
        <p:grpSp>
          <p:nvGrpSpPr>
            <p:cNvPr id="410" name="Agrupar 409">
              <a:extLst>
                <a:ext uri="{FF2B5EF4-FFF2-40B4-BE49-F238E27FC236}">
                  <a16:creationId xmlns:a16="http://schemas.microsoft.com/office/drawing/2014/main" id="{852FA2D0-C736-FE59-7A7C-53571683FE91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429" name="Retângulo: Cantos Arredondados 428">
                <a:extLst>
                  <a:ext uri="{FF2B5EF4-FFF2-40B4-BE49-F238E27FC236}">
                    <a16:creationId xmlns:a16="http://schemas.microsoft.com/office/drawing/2014/main" id="{8E5F608D-1BC7-B18D-968D-A1609C25B5F7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0" name="Oval 54">
                <a:extLst>
                  <a:ext uri="{FF2B5EF4-FFF2-40B4-BE49-F238E27FC236}">
                    <a16:creationId xmlns:a16="http://schemas.microsoft.com/office/drawing/2014/main" id="{516DD8F8-FE2F-B715-4D82-2016ADDC4657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1" name="Oval 55">
                <a:extLst>
                  <a:ext uri="{FF2B5EF4-FFF2-40B4-BE49-F238E27FC236}">
                    <a16:creationId xmlns:a16="http://schemas.microsoft.com/office/drawing/2014/main" id="{631EFCD0-5EA2-3179-3380-336205F6C42F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2" name="Retângulo 431">
                <a:extLst>
                  <a:ext uri="{FF2B5EF4-FFF2-40B4-BE49-F238E27FC236}">
                    <a16:creationId xmlns:a16="http://schemas.microsoft.com/office/drawing/2014/main" id="{A80973C6-6419-8714-9C2E-F8EAF50C02FB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3" name="Retângulo 432">
                <a:extLst>
                  <a:ext uri="{FF2B5EF4-FFF2-40B4-BE49-F238E27FC236}">
                    <a16:creationId xmlns:a16="http://schemas.microsoft.com/office/drawing/2014/main" id="{DEF3A983-E6F6-C2E2-659B-D14C308AC997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411" name="Agrupar 410">
              <a:extLst>
                <a:ext uri="{FF2B5EF4-FFF2-40B4-BE49-F238E27FC236}">
                  <a16:creationId xmlns:a16="http://schemas.microsoft.com/office/drawing/2014/main" id="{7BE06848-BFD5-BA39-3447-AEBC7A89599E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412" name="Agrupar 411">
                <a:extLst>
                  <a:ext uri="{FF2B5EF4-FFF2-40B4-BE49-F238E27FC236}">
                    <a16:creationId xmlns:a16="http://schemas.microsoft.com/office/drawing/2014/main" id="{DCA2AB84-0CB4-2EDE-BB3C-7075172ADA8C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415" name="Imagem 414">
                  <a:extLst>
                    <a:ext uri="{FF2B5EF4-FFF2-40B4-BE49-F238E27FC236}">
                      <a16:creationId xmlns:a16="http://schemas.microsoft.com/office/drawing/2014/main" id="{3D64758A-3345-1A80-A61B-3C671E3B8A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16" name="Imagem 415">
                  <a:extLst>
                    <a:ext uri="{FF2B5EF4-FFF2-40B4-BE49-F238E27FC236}">
                      <a16:creationId xmlns:a16="http://schemas.microsoft.com/office/drawing/2014/main" id="{6A676996-A0A7-9A79-1C04-99075F677A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17" name="Imagem 416">
                  <a:extLst>
                    <a:ext uri="{FF2B5EF4-FFF2-40B4-BE49-F238E27FC236}">
                      <a16:creationId xmlns:a16="http://schemas.microsoft.com/office/drawing/2014/main" id="{D28FBC2A-60E7-38ED-8CDB-38E6E7A514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18" name="Imagem 417">
                  <a:extLst>
                    <a:ext uri="{FF2B5EF4-FFF2-40B4-BE49-F238E27FC236}">
                      <a16:creationId xmlns:a16="http://schemas.microsoft.com/office/drawing/2014/main" id="{487B2002-D20F-572F-4D7F-080F65207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19" name="Imagem 418">
                  <a:extLst>
                    <a:ext uri="{FF2B5EF4-FFF2-40B4-BE49-F238E27FC236}">
                      <a16:creationId xmlns:a16="http://schemas.microsoft.com/office/drawing/2014/main" id="{73520B01-6F65-52F7-6ECA-EC5BEFC46E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0" name="Imagem 419">
                  <a:extLst>
                    <a:ext uri="{FF2B5EF4-FFF2-40B4-BE49-F238E27FC236}">
                      <a16:creationId xmlns:a16="http://schemas.microsoft.com/office/drawing/2014/main" id="{9B00C868-E41C-3BD7-A3D5-ED6A80F3B3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1" name="Imagem 420">
                  <a:extLst>
                    <a:ext uri="{FF2B5EF4-FFF2-40B4-BE49-F238E27FC236}">
                      <a16:creationId xmlns:a16="http://schemas.microsoft.com/office/drawing/2014/main" id="{33046FBF-6539-5B15-694E-A01871C5A8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2" name="Imagem 421">
                  <a:extLst>
                    <a:ext uri="{FF2B5EF4-FFF2-40B4-BE49-F238E27FC236}">
                      <a16:creationId xmlns:a16="http://schemas.microsoft.com/office/drawing/2014/main" id="{B718B0A2-97F7-E79E-879B-37B5E428D5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3" name="Imagem 422">
                  <a:extLst>
                    <a:ext uri="{FF2B5EF4-FFF2-40B4-BE49-F238E27FC236}">
                      <a16:creationId xmlns:a16="http://schemas.microsoft.com/office/drawing/2014/main" id="{448B2162-9FF7-A093-B505-7A9C2A8D68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4" name="Imagem 423">
                  <a:extLst>
                    <a:ext uri="{FF2B5EF4-FFF2-40B4-BE49-F238E27FC236}">
                      <a16:creationId xmlns:a16="http://schemas.microsoft.com/office/drawing/2014/main" id="{CAA4381C-0FC6-A7AA-4BC4-CE0FDE2F3D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5" name="Imagem 424">
                  <a:extLst>
                    <a:ext uri="{FF2B5EF4-FFF2-40B4-BE49-F238E27FC236}">
                      <a16:creationId xmlns:a16="http://schemas.microsoft.com/office/drawing/2014/main" id="{3E2670DC-CCDC-75C0-3E77-3729C89687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6" name="Imagem 425">
                  <a:extLst>
                    <a:ext uri="{FF2B5EF4-FFF2-40B4-BE49-F238E27FC236}">
                      <a16:creationId xmlns:a16="http://schemas.microsoft.com/office/drawing/2014/main" id="{51D61602-A31A-55E1-46F3-E9825A9B59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27" name="Imagem 426">
                  <a:extLst>
                    <a:ext uri="{FF2B5EF4-FFF2-40B4-BE49-F238E27FC236}">
                      <a16:creationId xmlns:a16="http://schemas.microsoft.com/office/drawing/2014/main" id="{5531C6C9-ED4E-CE25-8977-48330ABEE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428" name="Imagem 427">
                  <a:extLst>
                    <a:ext uri="{FF2B5EF4-FFF2-40B4-BE49-F238E27FC236}">
                      <a16:creationId xmlns:a16="http://schemas.microsoft.com/office/drawing/2014/main" id="{C554B066-6C3A-26A9-6EB8-CA1F80A60E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413" name="Oval 37">
                <a:extLst>
                  <a:ext uri="{FF2B5EF4-FFF2-40B4-BE49-F238E27FC236}">
                    <a16:creationId xmlns:a16="http://schemas.microsoft.com/office/drawing/2014/main" id="{B1DB0A43-07DA-66BC-6E16-A2D7564D9957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14" name="Oval 38">
                <a:extLst>
                  <a:ext uri="{FF2B5EF4-FFF2-40B4-BE49-F238E27FC236}">
                    <a16:creationId xmlns:a16="http://schemas.microsoft.com/office/drawing/2014/main" id="{020C5E4E-04E7-C2E7-8D72-9FB6D4E0B447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434" name="Agrupar 433">
            <a:extLst>
              <a:ext uri="{FF2B5EF4-FFF2-40B4-BE49-F238E27FC236}">
                <a16:creationId xmlns:a16="http://schemas.microsoft.com/office/drawing/2014/main" id="{26011EA8-1AC2-17DD-6447-47BCE662EEE5}"/>
              </a:ext>
            </a:extLst>
          </p:cNvPr>
          <p:cNvGrpSpPr/>
          <p:nvPr/>
        </p:nvGrpSpPr>
        <p:grpSpPr>
          <a:xfrm>
            <a:off x="6035855" y="2632920"/>
            <a:ext cx="1112686" cy="1174416"/>
            <a:chOff x="7475362" y="4932232"/>
            <a:chExt cx="1014431" cy="1067656"/>
          </a:xfrm>
        </p:grpSpPr>
        <p:grpSp>
          <p:nvGrpSpPr>
            <p:cNvPr id="435" name="Agrupar 434">
              <a:extLst>
                <a:ext uri="{FF2B5EF4-FFF2-40B4-BE49-F238E27FC236}">
                  <a16:creationId xmlns:a16="http://schemas.microsoft.com/office/drawing/2014/main" id="{76064852-A23E-4817-764E-14AB361B7466}"/>
                </a:ext>
              </a:extLst>
            </p:cNvPr>
            <p:cNvGrpSpPr/>
            <p:nvPr/>
          </p:nvGrpSpPr>
          <p:grpSpPr>
            <a:xfrm>
              <a:off x="7475362" y="4932232"/>
              <a:ext cx="1014431" cy="1067656"/>
              <a:chOff x="2125738" y="784447"/>
              <a:chExt cx="4098981" cy="5020584"/>
            </a:xfrm>
          </p:grpSpPr>
          <p:sp>
            <p:nvSpPr>
              <p:cNvPr id="454" name="Retângulo: Cantos Arredondados 453">
                <a:extLst>
                  <a:ext uri="{FF2B5EF4-FFF2-40B4-BE49-F238E27FC236}">
                    <a16:creationId xmlns:a16="http://schemas.microsoft.com/office/drawing/2014/main" id="{30F43D2D-6CD7-5B9B-85CC-E739CD35F71C}"/>
                  </a:ext>
                </a:extLst>
              </p:cNvPr>
              <p:cNvSpPr/>
              <p:nvPr/>
            </p:nvSpPr>
            <p:spPr>
              <a:xfrm>
                <a:off x="2596226" y="784447"/>
                <a:ext cx="3191590" cy="5020584"/>
              </a:xfrm>
              <a:prstGeom prst="roundRect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5" name="Oval 54">
                <a:extLst>
                  <a:ext uri="{FF2B5EF4-FFF2-40B4-BE49-F238E27FC236}">
                    <a16:creationId xmlns:a16="http://schemas.microsoft.com/office/drawing/2014/main" id="{73058E8B-9DF8-4BF8-06A8-24247F16F7E6}"/>
                  </a:ext>
                </a:extLst>
              </p:cNvPr>
              <p:cNvSpPr/>
              <p:nvPr/>
            </p:nvSpPr>
            <p:spPr>
              <a:xfrm>
                <a:off x="2296344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6" name="Oval 55">
                <a:extLst>
                  <a:ext uri="{FF2B5EF4-FFF2-40B4-BE49-F238E27FC236}">
                    <a16:creationId xmlns:a16="http://schemas.microsoft.com/office/drawing/2014/main" id="{A91E9AF9-7751-68C8-C84E-0968059F283F}"/>
                  </a:ext>
                </a:extLst>
              </p:cNvPr>
              <p:cNvSpPr/>
              <p:nvPr/>
            </p:nvSpPr>
            <p:spPr>
              <a:xfrm>
                <a:off x="5655713" y="3078753"/>
                <a:ext cx="432000" cy="432000"/>
              </a:xfrm>
              <a:prstGeom prst="ellipse">
                <a:avLst/>
              </a:pr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7" name="Retângulo 456">
                <a:extLst>
                  <a:ext uri="{FF2B5EF4-FFF2-40B4-BE49-F238E27FC236}">
                    <a16:creationId xmlns:a16="http://schemas.microsoft.com/office/drawing/2014/main" id="{6AB621F2-B5DE-E32A-149F-BBDC52B3BC0A}"/>
                  </a:ext>
                </a:extLst>
              </p:cNvPr>
              <p:cNvSpPr/>
              <p:nvPr/>
            </p:nvSpPr>
            <p:spPr>
              <a:xfrm>
                <a:off x="2125738" y="2934753"/>
                <a:ext cx="392388" cy="720000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8" name="Retângulo 457">
                <a:extLst>
                  <a:ext uri="{FF2B5EF4-FFF2-40B4-BE49-F238E27FC236}">
                    <a16:creationId xmlns:a16="http://schemas.microsoft.com/office/drawing/2014/main" id="{0F8E84FC-442F-3216-ED9D-AC3DC842CAFF}"/>
                  </a:ext>
                </a:extLst>
              </p:cNvPr>
              <p:cNvSpPr/>
              <p:nvPr/>
            </p:nvSpPr>
            <p:spPr>
              <a:xfrm>
                <a:off x="5832332" y="2920564"/>
                <a:ext cx="392387" cy="719999"/>
              </a:xfrm>
              <a:prstGeom prst="rect">
                <a:avLst/>
              </a:prstGeom>
              <a:solidFill>
                <a:srgbClr val="D9D9D9"/>
              </a:solidFill>
              <a:ln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436" name="Agrupar 435">
              <a:extLst>
                <a:ext uri="{FF2B5EF4-FFF2-40B4-BE49-F238E27FC236}">
                  <a16:creationId xmlns:a16="http://schemas.microsoft.com/office/drawing/2014/main" id="{67E7173B-AF33-45A1-FC0C-68A9699E9B9E}"/>
                </a:ext>
              </a:extLst>
            </p:cNvPr>
            <p:cNvGrpSpPr/>
            <p:nvPr/>
          </p:nvGrpSpPr>
          <p:grpSpPr>
            <a:xfrm>
              <a:off x="7653516" y="4996229"/>
              <a:ext cx="664282" cy="934654"/>
              <a:chOff x="7653516" y="4996229"/>
              <a:chExt cx="664282" cy="934654"/>
            </a:xfrm>
          </p:grpSpPr>
          <p:grpSp>
            <p:nvGrpSpPr>
              <p:cNvPr id="437" name="Agrupar 436">
                <a:extLst>
                  <a:ext uri="{FF2B5EF4-FFF2-40B4-BE49-F238E27FC236}">
                    <a16:creationId xmlns:a16="http://schemas.microsoft.com/office/drawing/2014/main" id="{5A2BC187-9968-7CBB-ECA4-2849F1AC4F44}"/>
                  </a:ext>
                </a:extLst>
              </p:cNvPr>
              <p:cNvGrpSpPr/>
              <p:nvPr/>
            </p:nvGrpSpPr>
            <p:grpSpPr>
              <a:xfrm>
                <a:off x="7653516" y="4996229"/>
                <a:ext cx="664282" cy="934654"/>
                <a:chOff x="2844086" y="1085383"/>
                <a:chExt cx="2684147" cy="4395153"/>
              </a:xfrm>
            </p:grpSpPr>
            <p:pic>
              <p:nvPicPr>
                <p:cNvPr id="440" name="Imagem 439">
                  <a:extLst>
                    <a:ext uri="{FF2B5EF4-FFF2-40B4-BE49-F238E27FC236}">
                      <a16:creationId xmlns:a16="http://schemas.microsoft.com/office/drawing/2014/main" id="{55A1AAA4-9C4E-6ACB-B023-EA0DCAF10F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707232" y="1704402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1" name="Imagem 440">
                  <a:extLst>
                    <a:ext uri="{FF2B5EF4-FFF2-40B4-BE49-F238E27FC236}">
                      <a16:creationId xmlns:a16="http://schemas.microsoft.com/office/drawing/2014/main" id="{6C991381-FD80-EDE5-0054-AA197D1D93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4" y="263261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2" name="Imagem 441">
                  <a:extLst>
                    <a:ext uri="{FF2B5EF4-FFF2-40B4-BE49-F238E27FC236}">
                      <a16:creationId xmlns:a16="http://schemas.microsoft.com/office/drawing/2014/main" id="{E0B7F63C-CD15-8704-4EFE-AACED57B4C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860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3" name="Imagem 442">
                  <a:extLst>
                    <a:ext uri="{FF2B5EF4-FFF2-40B4-BE49-F238E27FC236}">
                      <a16:creationId xmlns:a16="http://schemas.microsoft.com/office/drawing/2014/main" id="{AA4BBFA6-3C50-07C9-74A2-917B704090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55823" y="1088409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4" name="Imagem 443">
                  <a:extLst>
                    <a:ext uri="{FF2B5EF4-FFF2-40B4-BE49-F238E27FC236}">
                      <a16:creationId xmlns:a16="http://schemas.microsoft.com/office/drawing/2014/main" id="{ABE08478-EC44-56BB-DCEB-0722364920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2" y="262958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5" name="Imagem 444">
                  <a:extLst>
                    <a:ext uri="{FF2B5EF4-FFF2-40B4-BE49-F238E27FC236}">
                      <a16:creationId xmlns:a16="http://schemas.microsoft.com/office/drawing/2014/main" id="{0738D9DB-202D-6FAD-2D47-AFF86E2753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85748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6" name="Imagem 445">
                  <a:extLst>
                    <a:ext uri="{FF2B5EF4-FFF2-40B4-BE49-F238E27FC236}">
                      <a16:creationId xmlns:a16="http://schemas.microsoft.com/office/drawing/2014/main" id="{797C2BED-094A-86CF-8F13-6F5C0167D7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58641" y="1085383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7" name="Imagem 446">
                  <a:extLst>
                    <a:ext uri="{FF2B5EF4-FFF2-40B4-BE49-F238E27FC236}">
                      <a16:creationId xmlns:a16="http://schemas.microsoft.com/office/drawing/2014/main" id="{489CCCBC-CF82-E59C-72E6-64BD4DA927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5400000">
                  <a:off x="3695495" y="4062661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8" name="Imagem 447">
                  <a:extLst>
                    <a:ext uri="{FF2B5EF4-FFF2-40B4-BE49-F238E27FC236}">
                      <a16:creationId xmlns:a16="http://schemas.microsoft.com/office/drawing/2014/main" id="{271558E4-2A47-05DE-6A07-49D873B31E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7" y="4940536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49" name="Imagem 448">
                  <a:extLst>
                    <a:ext uri="{FF2B5EF4-FFF2-40B4-BE49-F238E27FC236}">
                      <a16:creationId xmlns:a16="http://schemas.microsoft.com/office/drawing/2014/main" id="{E395A620-ADEC-5D9F-6C6B-34FCAAB9C3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4168435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50" name="Imagem 449">
                  <a:extLst>
                    <a:ext uri="{FF2B5EF4-FFF2-40B4-BE49-F238E27FC236}">
                      <a16:creationId xmlns:a16="http://schemas.microsoft.com/office/drawing/2014/main" id="{952ADBBF-8E10-ABE5-13C7-4C35B20E38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4086" y="3396334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51" name="Imagem 450">
                  <a:extLst>
                    <a:ext uri="{FF2B5EF4-FFF2-40B4-BE49-F238E27FC236}">
                      <a16:creationId xmlns:a16="http://schemas.microsoft.com/office/drawing/2014/main" id="{F80586CE-4609-93E4-0FB3-A219E911A2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5" y="4937510"/>
                  <a:ext cx="969591" cy="540000"/>
                </a:xfrm>
                <a:prstGeom prst="rect">
                  <a:avLst/>
                </a:prstGeom>
              </p:spPr>
            </p:pic>
            <p:pic>
              <p:nvPicPr>
                <p:cNvPr id="452" name="Imagem 451">
                  <a:extLst>
                    <a:ext uri="{FF2B5EF4-FFF2-40B4-BE49-F238E27FC236}">
                      <a16:creationId xmlns:a16="http://schemas.microsoft.com/office/drawing/2014/main" id="{C74DC1CF-424F-CA28-8EEA-2FB150C57E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6" y="4165410"/>
                  <a:ext cx="969592" cy="540000"/>
                </a:xfrm>
                <a:prstGeom prst="rect">
                  <a:avLst/>
                </a:prstGeom>
              </p:spPr>
            </p:pic>
            <p:pic>
              <p:nvPicPr>
                <p:cNvPr id="453" name="Imagem 452">
                  <a:extLst>
                    <a:ext uri="{FF2B5EF4-FFF2-40B4-BE49-F238E27FC236}">
                      <a16:creationId xmlns:a16="http://schemas.microsoft.com/office/drawing/2014/main" id="{8E4D660E-B9FA-37A3-459C-962ED2E8C2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46901" y="3393307"/>
                  <a:ext cx="969593" cy="540000"/>
                </a:xfrm>
                <a:prstGeom prst="rect">
                  <a:avLst/>
                </a:prstGeom>
              </p:spPr>
            </p:pic>
          </p:grpSp>
          <p:sp>
            <p:nvSpPr>
              <p:cNvPr id="438" name="Oval 37">
                <a:extLst>
                  <a:ext uri="{FF2B5EF4-FFF2-40B4-BE49-F238E27FC236}">
                    <a16:creationId xmlns:a16="http://schemas.microsoft.com/office/drawing/2014/main" id="{891C0AF5-096E-5DA1-B5EE-E7D9F5F31CCA}"/>
                  </a:ext>
                </a:extLst>
              </p:cNvPr>
              <p:cNvSpPr/>
              <p:nvPr/>
            </p:nvSpPr>
            <p:spPr>
              <a:xfrm>
                <a:off x="7943239" y="5427314"/>
                <a:ext cx="89094" cy="76556"/>
              </a:xfrm>
              <a:prstGeom prst="ellipse">
                <a:avLst/>
              </a:prstGeom>
              <a:solidFill>
                <a:srgbClr val="ED7D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9" name="Oval 38">
                <a:extLst>
                  <a:ext uri="{FF2B5EF4-FFF2-40B4-BE49-F238E27FC236}">
                    <a16:creationId xmlns:a16="http://schemas.microsoft.com/office/drawing/2014/main" id="{6E95DFA5-FDD8-EB24-23A8-5A536EC71EA5}"/>
                  </a:ext>
                </a:extLst>
              </p:cNvPr>
              <p:cNvSpPr/>
              <p:nvPr/>
            </p:nvSpPr>
            <p:spPr>
              <a:xfrm>
                <a:off x="7977805" y="5457942"/>
                <a:ext cx="17819" cy="1531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460" name="Agrupar 459">
            <a:extLst>
              <a:ext uri="{FF2B5EF4-FFF2-40B4-BE49-F238E27FC236}">
                <a16:creationId xmlns:a16="http://schemas.microsoft.com/office/drawing/2014/main" id="{FFF7E50D-D56A-B9BB-C6B6-7ED2BF105AAB}"/>
              </a:ext>
            </a:extLst>
          </p:cNvPr>
          <p:cNvGrpSpPr/>
          <p:nvPr/>
        </p:nvGrpSpPr>
        <p:grpSpPr>
          <a:xfrm rot="5400000">
            <a:off x="9821794" y="1226219"/>
            <a:ext cx="338554" cy="1400835"/>
            <a:chOff x="6697515" y="5728881"/>
            <a:chExt cx="338554" cy="569684"/>
          </a:xfrm>
        </p:grpSpPr>
        <p:sp>
          <p:nvSpPr>
            <p:cNvPr id="461" name="CaixaDeTexto 460">
              <a:extLst>
                <a:ext uri="{FF2B5EF4-FFF2-40B4-BE49-F238E27FC236}">
                  <a16:creationId xmlns:a16="http://schemas.microsoft.com/office/drawing/2014/main" id="{23ED304A-437A-8EA0-D8F8-09DBE83C85E3}"/>
                </a:ext>
              </a:extLst>
            </p:cNvPr>
            <p:cNvSpPr txBox="1"/>
            <p:nvPr/>
          </p:nvSpPr>
          <p:spPr>
            <a:xfrm rot="16200000">
              <a:off x="6668806" y="5816042"/>
              <a:ext cx="3959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65 mm</a:t>
              </a:r>
            </a:p>
          </p:txBody>
        </p:sp>
        <p:cxnSp>
          <p:nvCxnSpPr>
            <p:cNvPr id="462" name="Conexão reta unidirecional 29">
              <a:extLst>
                <a:ext uri="{FF2B5EF4-FFF2-40B4-BE49-F238E27FC236}">
                  <a16:creationId xmlns:a16="http://schemas.microsoft.com/office/drawing/2014/main" id="{9C72D57E-7C68-6B11-06D5-F962529299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720" y="5728881"/>
              <a:ext cx="0" cy="56968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Agrupar 467">
            <a:extLst>
              <a:ext uri="{FF2B5EF4-FFF2-40B4-BE49-F238E27FC236}">
                <a16:creationId xmlns:a16="http://schemas.microsoft.com/office/drawing/2014/main" id="{FE613611-18E4-1D72-98EC-5FB21DD22EF7}"/>
              </a:ext>
            </a:extLst>
          </p:cNvPr>
          <p:cNvGrpSpPr/>
          <p:nvPr/>
        </p:nvGrpSpPr>
        <p:grpSpPr>
          <a:xfrm rot="5400000">
            <a:off x="7554537" y="1380015"/>
            <a:ext cx="338554" cy="1027747"/>
            <a:chOff x="6704221" y="5514031"/>
            <a:chExt cx="338554" cy="799751"/>
          </a:xfrm>
        </p:grpSpPr>
        <p:sp>
          <p:nvSpPr>
            <p:cNvPr id="469" name="CaixaDeTexto 468">
              <a:extLst>
                <a:ext uri="{FF2B5EF4-FFF2-40B4-BE49-F238E27FC236}">
                  <a16:creationId xmlns:a16="http://schemas.microsoft.com/office/drawing/2014/main" id="{374D250E-2CDA-F25F-5CBE-2B3161049411}"/>
                </a:ext>
              </a:extLst>
            </p:cNvPr>
            <p:cNvSpPr txBox="1"/>
            <p:nvPr/>
          </p:nvSpPr>
          <p:spPr>
            <a:xfrm rot="16200000">
              <a:off x="6473622" y="5744630"/>
              <a:ext cx="7997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60,25 mm</a:t>
              </a:r>
            </a:p>
          </p:txBody>
        </p:sp>
        <p:cxnSp>
          <p:nvCxnSpPr>
            <p:cNvPr id="470" name="Conexão reta unidirecional 29">
              <a:extLst>
                <a:ext uri="{FF2B5EF4-FFF2-40B4-BE49-F238E27FC236}">
                  <a16:creationId xmlns:a16="http://schemas.microsoft.com/office/drawing/2014/main" id="{0DC691F7-0B6B-1ABD-4EE6-A0F41E10701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75705" y="5952548"/>
              <a:ext cx="692031" cy="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2" name="Agrupar 471">
            <a:extLst>
              <a:ext uri="{FF2B5EF4-FFF2-40B4-BE49-F238E27FC236}">
                <a16:creationId xmlns:a16="http://schemas.microsoft.com/office/drawing/2014/main" id="{00560470-8448-331B-F2A7-1CB3AF1AA6CA}"/>
              </a:ext>
            </a:extLst>
          </p:cNvPr>
          <p:cNvGrpSpPr/>
          <p:nvPr/>
        </p:nvGrpSpPr>
        <p:grpSpPr>
          <a:xfrm>
            <a:off x="2770994" y="1724605"/>
            <a:ext cx="1047099" cy="342496"/>
            <a:chOff x="7258361" y="2306241"/>
            <a:chExt cx="1837403" cy="342496"/>
          </a:xfrm>
        </p:grpSpPr>
        <p:cxnSp>
          <p:nvCxnSpPr>
            <p:cNvPr id="473" name="Conexão reta unidirecional 19">
              <a:extLst>
                <a:ext uri="{FF2B5EF4-FFF2-40B4-BE49-F238E27FC236}">
                  <a16:creationId xmlns:a16="http://schemas.microsoft.com/office/drawing/2014/main" id="{4EED71C4-21BF-8AEC-7B03-49BC9C8635BF}"/>
                </a:ext>
              </a:extLst>
            </p:cNvPr>
            <p:cNvCxnSpPr>
              <a:cxnSpLocks/>
            </p:cNvCxnSpPr>
            <p:nvPr/>
          </p:nvCxnSpPr>
          <p:spPr>
            <a:xfrm>
              <a:off x="7258361" y="2306241"/>
              <a:ext cx="182018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4" name="CaixaDeTexto 473">
              <a:extLst>
                <a:ext uri="{FF2B5EF4-FFF2-40B4-BE49-F238E27FC236}">
                  <a16:creationId xmlns:a16="http://schemas.microsoft.com/office/drawing/2014/main" id="{79810D33-8DF1-5F9B-6798-03771F34DBCE}"/>
                </a:ext>
              </a:extLst>
            </p:cNvPr>
            <p:cNvSpPr txBox="1"/>
            <p:nvPr/>
          </p:nvSpPr>
          <p:spPr>
            <a:xfrm>
              <a:off x="7294958" y="2310183"/>
              <a:ext cx="18008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dirty="0"/>
                <a:t>60,25 mm</a:t>
              </a:r>
            </a:p>
          </p:txBody>
        </p:sp>
      </p:grpSp>
      <p:sp>
        <p:nvSpPr>
          <p:cNvPr id="478" name="Retângulo 477">
            <a:extLst>
              <a:ext uri="{FF2B5EF4-FFF2-40B4-BE49-F238E27FC236}">
                <a16:creationId xmlns:a16="http://schemas.microsoft.com/office/drawing/2014/main" id="{B89BFAF8-A61A-57DF-F9C7-C5867E4B3CF1}"/>
              </a:ext>
            </a:extLst>
          </p:cNvPr>
          <p:cNvSpPr/>
          <p:nvPr/>
        </p:nvSpPr>
        <p:spPr>
          <a:xfrm>
            <a:off x="1737968" y="1111670"/>
            <a:ext cx="7552686" cy="2752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79" name="Agrupar 478">
            <a:extLst>
              <a:ext uri="{FF2B5EF4-FFF2-40B4-BE49-F238E27FC236}">
                <a16:creationId xmlns:a16="http://schemas.microsoft.com/office/drawing/2014/main" id="{BEE229A8-8255-9478-84FE-A2FE0D4AEF3A}"/>
              </a:ext>
            </a:extLst>
          </p:cNvPr>
          <p:cNvGrpSpPr/>
          <p:nvPr/>
        </p:nvGrpSpPr>
        <p:grpSpPr>
          <a:xfrm rot="5400000">
            <a:off x="5661153" y="-4171888"/>
            <a:ext cx="338554" cy="9874960"/>
            <a:chOff x="6500797" y="836305"/>
            <a:chExt cx="329554" cy="9874960"/>
          </a:xfrm>
        </p:grpSpPr>
        <p:sp>
          <p:nvSpPr>
            <p:cNvPr id="480" name="CaixaDeTexto 479">
              <a:extLst>
                <a:ext uri="{FF2B5EF4-FFF2-40B4-BE49-F238E27FC236}">
                  <a16:creationId xmlns:a16="http://schemas.microsoft.com/office/drawing/2014/main" id="{8537AF16-C933-ECCF-5700-E8F30202F68B}"/>
                </a:ext>
              </a:extLst>
            </p:cNvPr>
            <p:cNvSpPr txBox="1"/>
            <p:nvPr/>
          </p:nvSpPr>
          <p:spPr>
            <a:xfrm rot="16200000">
              <a:off x="6212151" y="5610362"/>
              <a:ext cx="906845" cy="329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900 mm</a:t>
              </a:r>
            </a:p>
          </p:txBody>
        </p:sp>
        <p:cxnSp>
          <p:nvCxnSpPr>
            <p:cNvPr id="481" name="Conexão reta unidirecional 29">
              <a:extLst>
                <a:ext uri="{FF2B5EF4-FFF2-40B4-BE49-F238E27FC236}">
                  <a16:creationId xmlns:a16="http://schemas.microsoft.com/office/drawing/2014/main" id="{3EA6FB6D-B34D-6AF7-E7BC-4B13ECAD45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884835" y="5773785"/>
              <a:ext cx="987496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Agrupar 483">
            <a:extLst>
              <a:ext uri="{FF2B5EF4-FFF2-40B4-BE49-F238E27FC236}">
                <a16:creationId xmlns:a16="http://schemas.microsoft.com/office/drawing/2014/main" id="{58E3250E-4AFB-2A93-2CB1-2BA64FC2D9D3}"/>
              </a:ext>
            </a:extLst>
          </p:cNvPr>
          <p:cNvGrpSpPr/>
          <p:nvPr/>
        </p:nvGrpSpPr>
        <p:grpSpPr>
          <a:xfrm>
            <a:off x="399093" y="1125979"/>
            <a:ext cx="338555" cy="3556594"/>
            <a:chOff x="6492750" y="836305"/>
            <a:chExt cx="329555" cy="9874960"/>
          </a:xfrm>
        </p:grpSpPr>
        <p:sp>
          <p:nvSpPr>
            <p:cNvPr id="485" name="CaixaDeTexto 484">
              <a:extLst>
                <a:ext uri="{FF2B5EF4-FFF2-40B4-BE49-F238E27FC236}">
                  <a16:creationId xmlns:a16="http://schemas.microsoft.com/office/drawing/2014/main" id="{EC58651E-7AC2-D94A-3EBC-FAE79DEEFC47}"/>
                </a:ext>
              </a:extLst>
            </p:cNvPr>
            <p:cNvSpPr txBox="1"/>
            <p:nvPr/>
          </p:nvSpPr>
          <p:spPr>
            <a:xfrm rot="16200000">
              <a:off x="5388101" y="5644020"/>
              <a:ext cx="2538851" cy="329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600 mm</a:t>
              </a:r>
            </a:p>
          </p:txBody>
        </p:sp>
        <p:cxnSp>
          <p:nvCxnSpPr>
            <p:cNvPr id="486" name="Conexão reta unidirecional 29">
              <a:extLst>
                <a:ext uri="{FF2B5EF4-FFF2-40B4-BE49-F238E27FC236}">
                  <a16:creationId xmlns:a16="http://schemas.microsoft.com/office/drawing/2014/main" id="{1DE93574-A174-1B69-4947-91AC82432C1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884825" y="5773785"/>
              <a:ext cx="987496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8" name="Retângulo 487">
            <a:extLst>
              <a:ext uri="{FF2B5EF4-FFF2-40B4-BE49-F238E27FC236}">
                <a16:creationId xmlns:a16="http://schemas.microsoft.com/office/drawing/2014/main" id="{D98497FA-D052-793C-1D49-A55A2DE59E05}"/>
              </a:ext>
            </a:extLst>
          </p:cNvPr>
          <p:cNvSpPr/>
          <p:nvPr/>
        </p:nvSpPr>
        <p:spPr>
          <a:xfrm>
            <a:off x="5648194" y="4870427"/>
            <a:ext cx="4028771" cy="15460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90" name="Conector: Curvo 489">
            <a:extLst>
              <a:ext uri="{FF2B5EF4-FFF2-40B4-BE49-F238E27FC236}">
                <a16:creationId xmlns:a16="http://schemas.microsoft.com/office/drawing/2014/main" id="{45D409DE-9957-8EE6-5A36-402B8903FAD2}"/>
              </a:ext>
            </a:extLst>
          </p:cNvPr>
          <p:cNvCxnSpPr>
            <a:cxnSpLocks/>
            <a:stCxn id="488" idx="0"/>
            <a:endCxn id="478" idx="2"/>
          </p:cNvCxnSpPr>
          <p:nvPr/>
        </p:nvCxnSpPr>
        <p:spPr>
          <a:xfrm rot="16200000" flipV="1">
            <a:off x="6085189" y="3293035"/>
            <a:ext cx="1006515" cy="2148269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91" name="Agrupar 490">
            <a:extLst>
              <a:ext uri="{FF2B5EF4-FFF2-40B4-BE49-F238E27FC236}">
                <a16:creationId xmlns:a16="http://schemas.microsoft.com/office/drawing/2014/main" id="{309471B4-1767-00E4-1C00-B5FEB48966F0}"/>
              </a:ext>
            </a:extLst>
          </p:cNvPr>
          <p:cNvGrpSpPr/>
          <p:nvPr/>
        </p:nvGrpSpPr>
        <p:grpSpPr>
          <a:xfrm rot="5400000">
            <a:off x="7487658" y="4718165"/>
            <a:ext cx="339439" cy="4036984"/>
            <a:chOff x="6755694" y="836306"/>
            <a:chExt cx="330416" cy="9874958"/>
          </a:xfrm>
        </p:grpSpPr>
        <p:sp>
          <p:nvSpPr>
            <p:cNvPr id="492" name="CaixaDeTexto 491">
              <a:extLst>
                <a:ext uri="{FF2B5EF4-FFF2-40B4-BE49-F238E27FC236}">
                  <a16:creationId xmlns:a16="http://schemas.microsoft.com/office/drawing/2014/main" id="{8E496D0C-A800-C3FE-F36A-86F2E1A61012}"/>
                </a:ext>
              </a:extLst>
            </p:cNvPr>
            <p:cNvSpPr txBox="1"/>
            <p:nvPr/>
          </p:nvSpPr>
          <p:spPr>
            <a:xfrm rot="16200000">
              <a:off x="5698350" y="5230958"/>
              <a:ext cx="2445966" cy="329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825 mm</a:t>
              </a:r>
            </a:p>
          </p:txBody>
        </p:sp>
        <p:cxnSp>
          <p:nvCxnSpPr>
            <p:cNvPr id="493" name="Conexão reta unidirecional 29">
              <a:extLst>
                <a:ext uri="{FF2B5EF4-FFF2-40B4-BE49-F238E27FC236}">
                  <a16:creationId xmlns:a16="http://schemas.microsoft.com/office/drawing/2014/main" id="{B425F697-44EC-ACFD-5EC7-D24FA0B8CDF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818646" y="5773354"/>
              <a:ext cx="9874958" cy="8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6" name="Agrupar 495">
            <a:extLst>
              <a:ext uri="{FF2B5EF4-FFF2-40B4-BE49-F238E27FC236}">
                <a16:creationId xmlns:a16="http://schemas.microsoft.com/office/drawing/2014/main" id="{EA4F4133-A31B-1788-6EC6-01172E92A668}"/>
              </a:ext>
            </a:extLst>
          </p:cNvPr>
          <p:cNvGrpSpPr/>
          <p:nvPr/>
        </p:nvGrpSpPr>
        <p:grpSpPr>
          <a:xfrm>
            <a:off x="4442912" y="4870427"/>
            <a:ext cx="1195973" cy="1546006"/>
            <a:chOff x="5891800" y="836306"/>
            <a:chExt cx="929384" cy="9874958"/>
          </a:xfrm>
        </p:grpSpPr>
        <p:sp>
          <p:nvSpPr>
            <p:cNvPr id="497" name="CaixaDeTexto 496">
              <a:extLst>
                <a:ext uri="{FF2B5EF4-FFF2-40B4-BE49-F238E27FC236}">
                  <a16:creationId xmlns:a16="http://schemas.microsoft.com/office/drawing/2014/main" id="{4E8B7417-C933-E936-CBCC-4166028BF3F4}"/>
                </a:ext>
              </a:extLst>
            </p:cNvPr>
            <p:cNvSpPr txBox="1"/>
            <p:nvPr/>
          </p:nvSpPr>
          <p:spPr>
            <a:xfrm>
              <a:off x="5891800" y="4872012"/>
              <a:ext cx="929384" cy="2162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367,5 mm</a:t>
              </a:r>
            </a:p>
          </p:txBody>
        </p:sp>
        <p:cxnSp>
          <p:nvCxnSpPr>
            <p:cNvPr id="498" name="Conexão reta unidirecional 29">
              <a:extLst>
                <a:ext uri="{FF2B5EF4-FFF2-40B4-BE49-F238E27FC236}">
                  <a16:creationId xmlns:a16="http://schemas.microsoft.com/office/drawing/2014/main" id="{41944E3B-AA7D-602F-0EE4-78742BF4C3E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818646" y="5773354"/>
              <a:ext cx="9874958" cy="86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AFCB5A0B-A098-2931-6EAC-2B6858DD26DA}"/>
              </a:ext>
            </a:extLst>
          </p:cNvPr>
          <p:cNvSpPr txBox="1"/>
          <p:nvPr/>
        </p:nvSpPr>
        <p:spPr>
          <a:xfrm>
            <a:off x="1883932" y="0"/>
            <a:ext cx="815466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/>
              <a:t>Suportes na Vertical - </a:t>
            </a:r>
            <a:r>
              <a:rPr lang="pt-BR" sz="3200" dirty="0">
                <a:solidFill>
                  <a:srgbClr val="C00000"/>
                </a:solidFill>
              </a:rPr>
              <a:t>Zona de Carga e Descarga</a:t>
            </a:r>
            <a:endParaRPr lang="pt-PT" sz="3200" dirty="0">
              <a:solidFill>
                <a:srgbClr val="C00000"/>
              </a:solidFill>
            </a:endParaRPr>
          </a:p>
          <a:p>
            <a:pPr algn="ctr"/>
            <a:endParaRPr lang="pt-PT" sz="3200" b="1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63EDCDA-9542-1199-1127-A8B82AD96C96}"/>
              </a:ext>
            </a:extLst>
          </p:cNvPr>
          <p:cNvGrpSpPr/>
          <p:nvPr/>
        </p:nvGrpSpPr>
        <p:grpSpPr>
          <a:xfrm rot="5400000">
            <a:off x="1311543" y="1324300"/>
            <a:ext cx="345397" cy="1182584"/>
            <a:chOff x="6721721" y="5468605"/>
            <a:chExt cx="345397" cy="935862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3BBEFE2-C286-A24E-96CD-AD1A94F1C0EF}"/>
                </a:ext>
              </a:extLst>
            </p:cNvPr>
            <p:cNvSpPr txBox="1"/>
            <p:nvPr/>
          </p:nvSpPr>
          <p:spPr>
            <a:xfrm rot="16200000">
              <a:off x="6429910" y="5767259"/>
              <a:ext cx="9358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600" dirty="0"/>
                <a:t>10 mm</a:t>
              </a:r>
            </a:p>
          </p:txBody>
        </p:sp>
        <p:cxnSp>
          <p:nvCxnSpPr>
            <p:cNvPr id="16" name="Conexão reta unidirecional 29">
              <a:extLst>
                <a:ext uri="{FF2B5EF4-FFF2-40B4-BE49-F238E27FC236}">
                  <a16:creationId xmlns:a16="http://schemas.microsoft.com/office/drawing/2014/main" id="{E8E75C46-E14C-BBD7-4FC2-8445D07DC9C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393581" y="6057021"/>
              <a:ext cx="65627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339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669E9-CF8D-71F6-7DDD-CAA3D18F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E9B5D-AF93-DB90-79B8-35A466BA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100472"/>
            <a:ext cx="10515600" cy="1325563"/>
          </a:xfrm>
        </p:spPr>
        <p:txBody>
          <a:bodyPr>
            <a:normAutofit/>
          </a:bodyPr>
          <a:lstStyle/>
          <a:p>
            <a:r>
              <a:rPr lang="pt-BR" sz="3200" b="1" dirty="0"/>
              <a:t>Suportes Horizontal – Modelo 3D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>
                <a:extLst>
                  <a:ext uri="{FF2B5EF4-FFF2-40B4-BE49-F238E27FC236}">
                    <a16:creationId xmlns:a16="http://schemas.microsoft.com/office/drawing/2014/main" id="{B7FE9025-F41E-9D89-8A62-870F42CE8D7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66950010"/>
                  </p:ext>
                </p:extLst>
              </p:nvPr>
            </p:nvGraphicFramePr>
            <p:xfrm>
              <a:off x="0" y="1"/>
              <a:ext cx="12192000" cy="682754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192000" cy="6827544"/>
                    </a:xfrm>
                    <a:prstGeom prst="rect">
                      <a:avLst/>
                    </a:prstGeom>
                  </am3d:spPr>
                  <am3d:camera>
                    <am3d:pos x="0" y="0" z="65117906"/>
                    <am3d:up dx="0" dy="36000000" dz="0"/>
                    <am3d:lookAt x="0" y="0" z="0"/>
                    <am3d:perspective fov="2561487"/>
                  </am3d:camera>
                  <am3d:trans>
                    <am3d:meterPerModelUnit n="555555" d="1000000"/>
                    <am3d:preTrans dx="0" dy="0" dz="-6196382"/>
                    <am3d:scale>
                      <am3d:sx n="1000000" d="1000000"/>
                      <am3d:sy n="1000000" d="1000000"/>
                      <am3d:sz n="1000000" d="1000000"/>
                    </am3d:scale>
                    <am3d:rot ax="4481432" ay="-9" az="10799937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>
                <a:extLst>
                  <a:ext uri="{FF2B5EF4-FFF2-40B4-BE49-F238E27FC236}">
                    <a16:creationId xmlns:a16="http://schemas.microsoft.com/office/drawing/2014/main" id="{B7FE9025-F41E-9D89-8A62-870F42CE8D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"/>
                <a:ext cx="12192000" cy="68275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832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3.4873"/>
                                          </p:val>
                                        </p:tav>
                                        <p:tav tm="6660">
                                          <p:val>
                                            <p:fltVal val="6.0519"/>
                                          </p:val>
                                        </p:tav>
                                        <p:tav tm="9990">
                                          <p:val>
                                            <p:fltVal val="7.8356"/>
                                          </p:val>
                                        </p:tav>
                                        <p:tav tm="13320">
                                          <p:val>
                                            <p:fltVal val="8.9802"/>
                                          </p:val>
                                        </p:tav>
                                        <p:tav tm="16650">
                                          <p:val>
                                            <p:fltVal val="9.6274"/>
                                          </p:val>
                                        </p:tav>
                                        <p:tav tm="19970">
                                          <p:val>
                                            <p:fltVal val="9.9185"/>
                                          </p:val>
                                        </p:tav>
                                        <p:tav tm="23290">
                                          <p:val>
                                            <p:fltVal val="9.9968"/>
                                          </p:val>
                                        </p:tav>
                                        <p:tav tm="26620">
                                          <p:val>
                                            <p:fltVal val="9.9972"/>
                                          </p:val>
                                        </p:tav>
                                        <p:tav tm="29950">
                                          <p:val>
                                            <p:fltVal val="9.9223"/>
                                          </p:val>
                                        </p:tav>
                                        <p:tav tm="33280">
                                          <p:val>
                                            <p:fltVal val="9.6366"/>
                                          </p:val>
                                        </p:tav>
                                        <p:tav tm="36610">
                                          <p:val>
                                            <p:fltVal val="8.9984"/>
                                          </p:val>
                                        </p:tav>
                                        <p:tav tm="39940">
                                          <p:val>
                                            <p:fltVal val="7.8658"/>
                                          </p:val>
                                        </p:tav>
                                        <p:tav tm="43270">
                                          <p:val>
                                            <p:fltVal val="6.097"/>
                                          </p:val>
                                        </p:tav>
                                        <p:tav tm="46600">
                                          <p:val>
                                            <p:fltVal val="3.5502"/>
                                          </p:val>
                                        </p:tav>
                                        <p:tav tm="49930">
                                          <p:val>
                                            <p:fltVal val="0.0837"/>
                                          </p:val>
                                        </p:tav>
                                        <p:tav tm="53250">
                                          <p:val>
                                            <p:fltVal val="-3.4149"/>
                                          </p:val>
                                        </p:tav>
                                        <p:tav tm="56580">
                                          <p:val>
                                            <p:fltVal val="-6.0001"/>
                                          </p:val>
                                        </p:tav>
                                        <p:tav tm="59900">
                                          <p:val>
                                            <p:fltVal val="-7.7965"/>
                                          </p:val>
                                        </p:tav>
                                        <p:tav tm="63220">
                                          <p:val>
                                            <p:fltVal val="-8.9537"/>
                                          </p:val>
                                        </p:tav>
                                        <p:tav tm="66540">
                                          <p:val>
                                            <p:fltVal val="-9.6124"/>
                                          </p:val>
                                        </p:tav>
                                        <p:tav tm="69870">
                                          <p:val>
                                            <p:fltVal val="-9.9135"/>
                                          </p:val>
                                        </p:tav>
                                        <p:tav tm="73190">
                                          <p:val>
                                            <p:fltVal val="-9.9962"/>
                                          </p:val>
                                        </p:tav>
                                        <p:tav tm="76510">
                                          <p:val>
                                            <p:fltVal val="-9.9977"/>
                                          </p:val>
                                        </p:tav>
                                        <p:tav tm="79830">
                                          <p:val>
                                            <p:fltVal val="-9.9278"/>
                                          </p:val>
                                        </p:tav>
                                        <p:tav tm="83160">
                                          <p:val>
                                            <p:fltVal val="-9.6522"/>
                                          </p:val>
                                        </p:tav>
                                        <p:tav tm="86480">
                                          <p:val>
                                            <p:fltVal val="-9.0317"/>
                                          </p:val>
                                        </p:tav>
                                        <p:tav tm="89800">
                                          <p:val>
                                            <p:fltVal val="-7.9252"/>
                                          </p:val>
                                        </p:tav>
                                        <p:tav tm="93120">
                                          <p:val>
                                            <p:fltVal val="-6.1923"/>
                                          </p:val>
                                        </p:tav>
                                        <p:tav tm="96450">
                                          <p:val>
                                            <p:fltVal val="-3.683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46C2A-42C6-2BA0-234E-989B621AB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07" y="152490"/>
            <a:ext cx="10515600" cy="1325563"/>
          </a:xfrm>
        </p:spPr>
        <p:txBody>
          <a:bodyPr>
            <a:normAutofit/>
          </a:bodyPr>
          <a:lstStyle/>
          <a:p>
            <a:r>
              <a:rPr lang="pt-BR" sz="3200" b="1" dirty="0"/>
              <a:t>Ideias para os Poke-</a:t>
            </a:r>
            <a:r>
              <a:rPr lang="pt-BR" sz="3200" b="1" dirty="0" err="1"/>
              <a:t>Yoke</a:t>
            </a:r>
            <a:r>
              <a:rPr lang="pt-BR" sz="3200" b="1" dirty="0"/>
              <a:t>-Lens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>
                <a:extLst>
                  <a:ext uri="{FF2B5EF4-FFF2-40B4-BE49-F238E27FC236}">
                    <a16:creationId xmlns:a16="http://schemas.microsoft.com/office/drawing/2014/main" id="{B4E67A6A-63EE-0C0B-1393-EB5D33C487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3093075"/>
                  </p:ext>
                </p:extLst>
              </p:nvPr>
            </p:nvGraphicFramePr>
            <p:xfrm rot="10800000">
              <a:off x="664664" y="4023318"/>
              <a:ext cx="2425766" cy="2636513"/>
            </p:xfrm>
            <a:graphic>
              <a:graphicData uri="http://schemas.microsoft.com/office/drawing/2017/model3d">
                <am3d:model3d r:embed="rId2">
                  <am3d:spPr>
                    <a:xfrm rot="10800000">
                      <a:off x="0" y="0"/>
                      <a:ext cx="2425766" cy="2636513"/>
                    </a:xfrm>
                    <a:prstGeom prst="rect">
                      <a:avLst/>
                    </a:prstGeom>
                  </am3d:spPr>
                  <am3d:camera>
                    <am3d:pos x="0" y="0" z="604827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81818" d="1000000"/>
                    <am3d:preTrans dx="0" dy="0" dz="-920454"/>
                    <am3d:scale>
                      <am3d:sx n="1000000" d="1000000"/>
                      <am3d:sy n="1000000" d="1000000"/>
                      <am3d:sz n="1000000" d="1000000"/>
                    </am3d:scale>
                    <am3d:rot ax="1805344" ay="-24408" az="-1414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5010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>
                <a:extLst>
                  <a:ext uri="{FF2B5EF4-FFF2-40B4-BE49-F238E27FC236}">
                    <a16:creationId xmlns:a16="http://schemas.microsoft.com/office/drawing/2014/main" id="{B4E67A6A-63EE-0C0B-1393-EB5D33C487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664664" y="4023318"/>
                <a:ext cx="2425766" cy="2636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>
                <a:extLst>
                  <a:ext uri="{FF2B5EF4-FFF2-40B4-BE49-F238E27FC236}">
                    <a16:creationId xmlns:a16="http://schemas.microsoft.com/office/drawing/2014/main" id="{F3E505C7-1B41-A8E6-9B81-BB397BC0D1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33347094"/>
                  </p:ext>
                </p:extLst>
              </p:nvPr>
            </p:nvGraphicFramePr>
            <p:xfrm rot="10800000">
              <a:off x="653534" y="1252412"/>
              <a:ext cx="2448022" cy="2679823"/>
            </p:xfrm>
            <a:graphic>
              <a:graphicData uri="http://schemas.microsoft.com/office/drawing/2017/model3d">
                <am3d:model3d r:embed="rId4">
                  <am3d:spPr>
                    <a:xfrm rot="10800000">
                      <a:off x="0" y="0"/>
                      <a:ext cx="2448022" cy="2679823"/>
                    </a:xfrm>
                    <a:prstGeom prst="rect">
                      <a:avLst/>
                    </a:prstGeom>
                  </am3d:spPr>
                  <am3d:camera>
                    <am3d:pos x="0" y="0" z="604827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81818" d="1000000"/>
                    <am3d:preTrans dx="0" dy="0" dz="-920454"/>
                    <am3d:scale>
                      <am3d:sx n="1000000" d="1000000"/>
                      <am3d:sy n="1000000" d="1000000"/>
                      <am3d:sz n="1000000" d="1000000"/>
                    </am3d:scale>
                    <am3d:rot ax="1906850" ay="23494" az="14553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57365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>
                <a:extLst>
                  <a:ext uri="{FF2B5EF4-FFF2-40B4-BE49-F238E27FC236}">
                    <a16:creationId xmlns:a16="http://schemas.microsoft.com/office/drawing/2014/main" id="{F3E505C7-1B41-A8E6-9B81-BB397BC0D1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653534" y="1252412"/>
                <a:ext cx="2448022" cy="2679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Modelo 3D 5">
                <a:extLst>
                  <a:ext uri="{FF2B5EF4-FFF2-40B4-BE49-F238E27FC236}">
                    <a16:creationId xmlns:a16="http://schemas.microsoft.com/office/drawing/2014/main" id="{F065A717-1E3B-327E-0274-C4F6EF5EA2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9113839"/>
                  </p:ext>
                </p:extLst>
              </p:nvPr>
            </p:nvGraphicFramePr>
            <p:xfrm>
              <a:off x="4359498" y="2949162"/>
              <a:ext cx="6348791" cy="959666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6348791" cy="959666"/>
                    </a:xfrm>
                    <a:prstGeom prst="rect">
                      <a:avLst/>
                    </a:prstGeom>
                  </am3d:spPr>
                  <am3d:camera>
                    <am3d:pos x="0" y="0" z="5499709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76624" d="1000000"/>
                    <am3d:preTrans dx="17786501" dy="7965032" dz="-17736421"/>
                    <am3d:scale>
                      <am3d:sx n="1000000" d="1000000"/>
                      <am3d:sy n="1000000" d="1000000"/>
                      <am3d:sz n="1000000" d="1000000"/>
                    </am3d:scale>
                    <am3d:rot ax="5268837" ay="1405" az="-10762545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64649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Modelo 3D 5">
                <a:extLst>
                  <a:ext uri="{FF2B5EF4-FFF2-40B4-BE49-F238E27FC236}">
                    <a16:creationId xmlns:a16="http://schemas.microsoft.com/office/drawing/2014/main" id="{F065A717-1E3B-327E-0274-C4F6EF5EA2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59498" y="2949162"/>
                <a:ext cx="6348791" cy="9596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065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3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3d.object.rotation.z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FFCD-D14A-AA16-177B-2FD0E0D8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6CC3F-1837-3228-8792-53281875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 dirty="0"/>
              <a:t>Ideias para os Poke-</a:t>
            </a:r>
            <a:r>
              <a:rPr lang="pt-BR" sz="3200" b="1" dirty="0" err="1"/>
              <a:t>Yoke</a:t>
            </a:r>
            <a:r>
              <a:rPr lang="pt-BR" sz="3200" b="1" dirty="0"/>
              <a:t>-PC INSERT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>
                <a:extLst>
                  <a:ext uri="{FF2B5EF4-FFF2-40B4-BE49-F238E27FC236}">
                    <a16:creationId xmlns:a16="http://schemas.microsoft.com/office/drawing/2014/main" id="{093F61AB-6D9D-A899-5C03-2213AD3F7D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3728137"/>
                  </p:ext>
                </p:extLst>
              </p:nvPr>
            </p:nvGraphicFramePr>
            <p:xfrm>
              <a:off x="1405908" y="4009601"/>
              <a:ext cx="1442336" cy="258960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442336" cy="2589607"/>
                    </a:xfrm>
                    <a:prstGeom prst="rect">
                      <a:avLst/>
                    </a:prstGeom>
                  </am3d:spPr>
                  <am3d:camera>
                    <am3d:pos x="0" y="0" z="527003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55555" d="1000000"/>
                    <am3d:preTrans dx="0" dy="0" dz="-9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1825840" ay="19221" az="-1128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92743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>
                <a:extLst>
                  <a:ext uri="{FF2B5EF4-FFF2-40B4-BE49-F238E27FC236}">
                    <a16:creationId xmlns:a16="http://schemas.microsoft.com/office/drawing/2014/main" id="{093F61AB-6D9D-A899-5C03-2213AD3F7D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5908" y="4009601"/>
                <a:ext cx="1442336" cy="2589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Modelo 3D 6">
                <a:extLst>
                  <a:ext uri="{FF2B5EF4-FFF2-40B4-BE49-F238E27FC236}">
                    <a16:creationId xmlns:a16="http://schemas.microsoft.com/office/drawing/2014/main" id="{15A71685-4964-B688-2667-855B9CAD3B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2030724"/>
                  </p:ext>
                </p:extLst>
              </p:nvPr>
            </p:nvGraphicFramePr>
            <p:xfrm rot="10800000">
              <a:off x="1330693" y="1332558"/>
              <a:ext cx="1592762" cy="2483131"/>
            </p:xfrm>
            <a:graphic>
              <a:graphicData uri="http://schemas.microsoft.com/office/drawing/2017/model3d">
                <am3d:model3d r:embed="rId5">
                  <am3d:spPr>
                    <a:xfrm rot="10800000">
                      <a:off x="0" y="0"/>
                      <a:ext cx="1592762" cy="2483131"/>
                    </a:xfrm>
                    <a:prstGeom prst="rect">
                      <a:avLst/>
                    </a:prstGeom>
                  </am3d:spPr>
                  <am3d:camera>
                    <am3d:pos x="0" y="0" z="527003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55555" d="1000000"/>
                    <am3d:preTrans dx="0" dy="0" dz="-9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2551480" ay="-46544" az="-4268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9174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Modelo 3D 6">
                <a:extLst>
                  <a:ext uri="{FF2B5EF4-FFF2-40B4-BE49-F238E27FC236}">
                    <a16:creationId xmlns:a16="http://schemas.microsoft.com/office/drawing/2014/main" id="{15A71685-4964-B688-2667-855B9CAD3B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0800000">
                <a:off x="1330693" y="1332558"/>
                <a:ext cx="1592762" cy="2483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>
                <a:extLst>
                  <a:ext uri="{FF2B5EF4-FFF2-40B4-BE49-F238E27FC236}">
                    <a16:creationId xmlns:a16="http://schemas.microsoft.com/office/drawing/2014/main" id="{D5F14B9A-D4D1-A94D-31B0-967A554C768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1329646"/>
                  </p:ext>
                </p:extLst>
              </p:nvPr>
            </p:nvGraphicFramePr>
            <p:xfrm>
              <a:off x="4678025" y="2989910"/>
              <a:ext cx="6005867" cy="1458722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6005867" cy="1458722"/>
                    </a:xfrm>
                    <a:prstGeom prst="rect">
                      <a:avLst/>
                    </a:prstGeom>
                  </am3d:spPr>
                  <am3d:camera>
                    <am3d:pos x="0" y="0" z="646399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73862" d="1000000"/>
                    <am3d:preTrans dx="352878" dy="-30998244" dz="-834559"/>
                    <am3d:scale>
                      <am3d:sx n="1000000" d="1000000"/>
                      <am3d:sy n="1000000" d="1000000"/>
                      <am3d:sz n="1000000" d="1000000"/>
                    </am3d:scale>
                    <am3d:rot ax="-5362520" ay="2" az="14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66554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>
                <a:extLst>
                  <a:ext uri="{FF2B5EF4-FFF2-40B4-BE49-F238E27FC236}">
                    <a16:creationId xmlns:a16="http://schemas.microsoft.com/office/drawing/2014/main" id="{D5F14B9A-D4D1-A94D-31B0-967A554C76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78025" y="2989910"/>
                <a:ext cx="6005867" cy="14587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83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3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3d.object.rotation.z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835</Words>
  <Application>Microsoft Office PowerPoint</Application>
  <PresentationFormat>Widescreen</PresentationFormat>
  <Paragraphs>145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Suportes Horizontal – Modelo 3D</vt:lpstr>
      <vt:lpstr>Apresentação do PowerPoint</vt:lpstr>
      <vt:lpstr>Apresentação do PowerPoint</vt:lpstr>
      <vt:lpstr>Apresentação do PowerPoint</vt:lpstr>
      <vt:lpstr>Suportes Horizontal – Modelo 3D</vt:lpstr>
      <vt:lpstr>Ideias para os Poke-Yoke-Lens</vt:lpstr>
      <vt:lpstr>Ideias para os Poke-Yoke-PC INSERT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Palha</dc:creator>
  <cp:lastModifiedBy>Gustavo Sousa</cp:lastModifiedBy>
  <cp:revision>83</cp:revision>
  <cp:lastPrinted>2025-07-08T14:47:53Z</cp:lastPrinted>
  <dcterms:created xsi:type="dcterms:W3CDTF">2025-07-08T14:40:27Z</dcterms:created>
  <dcterms:modified xsi:type="dcterms:W3CDTF">2025-07-30T14:45:47Z</dcterms:modified>
</cp:coreProperties>
</file>